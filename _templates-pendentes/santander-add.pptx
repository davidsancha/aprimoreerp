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2"/>
    <p:sldId id="277" r:id="rId3"/>
    <p:sldId id="415" r:id="rId4"/>
    <p:sldId id="269" r:id="rId5"/>
  </p:sldIdLst>
  <p:sldSz cx="12192000" cy="6858000"/>
  <p:notesSz cx="6797675" cy="9926638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900"/>
    <a:srgbClr val="EB0000"/>
    <a:srgbClr val="3C3C3B"/>
    <a:srgbClr val="FECC03"/>
    <a:srgbClr val="FDCB03"/>
    <a:srgbClr val="F9F9F9"/>
    <a:srgbClr val="F5E041"/>
    <a:srgbClr val="DEEDF2"/>
    <a:srgbClr val="3636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533" autoAdjust="0"/>
  </p:normalViewPr>
  <p:slideViewPr>
    <p:cSldViewPr snapToGrid="0" showGuides="1">
      <p:cViewPr>
        <p:scale>
          <a:sx n="100" d="100"/>
          <a:sy n="100" d="100"/>
        </p:scale>
        <p:origin x="984" y="-2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288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Rocha" userId="ad86a0b2e35ff9d4" providerId="LiveId" clId="{80DF1A07-3909-4C87-B687-0596348C0F3A}"/>
    <pc:docChg chg="modSld">
      <pc:chgData name="David Rocha" userId="ad86a0b2e35ff9d4" providerId="LiveId" clId="{80DF1A07-3909-4C87-B687-0596348C0F3A}" dt="2026-09-04T15:43:09.787" v="12" actId="20577"/>
      <pc:docMkLst>
        <pc:docMk/>
      </pc:docMkLst>
      <pc:sldChg chg="modSp mod">
        <pc:chgData name="David Rocha" userId="ad86a0b2e35ff9d4" providerId="LiveId" clId="{80DF1A07-3909-4C87-B687-0596348C0F3A}" dt="2026-09-04T15:43:09.787" v="12" actId="20577"/>
        <pc:sldMkLst>
          <pc:docMk/>
          <pc:sldMk cId="1293726763" sldId="277"/>
        </pc:sldMkLst>
        <pc:spChg chg="mod">
          <ac:chgData name="David Rocha" userId="ad86a0b2e35ff9d4" providerId="LiveId" clId="{80DF1A07-3909-4C87-B687-0596348C0F3A}" dt="2026-09-04T15:43:09.787" v="12" actId="20577"/>
          <ac:spMkLst>
            <pc:docMk/>
            <pc:sldMk cId="1293726763" sldId="277"/>
            <ac:spMk id="17" creationId="{74946BBE-C4E0-89D3-715D-56AAE219402D}"/>
          </ac:spMkLst>
        </pc:spChg>
        <pc:spChg chg="mod">
          <ac:chgData name="David Rocha" userId="ad86a0b2e35ff9d4" providerId="LiveId" clId="{80DF1A07-3909-4C87-B687-0596348C0F3A}" dt="2026-09-04T15:37:21.081" v="11" actId="20577"/>
          <ac:spMkLst>
            <pc:docMk/>
            <pc:sldMk cId="1293726763" sldId="277"/>
            <ac:spMk id="19" creationId="{705C9218-C394-ED5E-6B11-D6E72798C9E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0B1AF7E-5BC2-4D30-87FE-E1B659CA15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1D35212-2950-4BB8-B0AA-EE77368993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5188B-02CB-4126-A12E-C27940239E67}" type="datetimeFigureOut">
              <a:rPr lang="es-ES" smtClean="0"/>
              <a:t>04/09/2026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6FAF009-7545-4A39-A198-6416D3420CD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B8A1D82-08B5-4B1F-860C-695167F2EE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54CB31-C4D0-4176-AC65-C48107E42122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68674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1D6FC-8B18-4D83-81FA-5ECA9E5C1AAF}" type="datetimeFigureOut">
              <a:rPr lang="es-ES" smtClean="0"/>
              <a:t>04/09/2026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8D618-BBD3-4FF5-9218-0E9FEB4B2F82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46315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sv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3">
            <a:extLst>
              <a:ext uri="{FF2B5EF4-FFF2-40B4-BE49-F238E27FC236}">
                <a16:creationId xmlns:a16="http://schemas.microsoft.com/office/drawing/2014/main" id="{354842BC-8A65-4F20-9757-51820194722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800" dirty="0">
              <a:solidFill>
                <a:schemeClr val="bg1"/>
              </a:solidFill>
            </a:endParaRPr>
          </a:p>
        </p:txBody>
      </p:sp>
      <p:sp>
        <p:nvSpPr>
          <p:cNvPr id="8" name="Forma libre: forma 7">
            <a:extLst>
              <a:ext uri="{FF2B5EF4-FFF2-40B4-BE49-F238E27FC236}">
                <a16:creationId xmlns:a16="http://schemas.microsoft.com/office/drawing/2014/main" id="{D3F53EC1-6C05-4F80-B293-F4B0DDC09AD4}"/>
              </a:ext>
            </a:extLst>
          </p:cNvPr>
          <p:cNvSpPr/>
          <p:nvPr userDrawn="1"/>
        </p:nvSpPr>
        <p:spPr>
          <a:xfrm>
            <a:off x="7" y="5229922"/>
            <a:ext cx="12196689" cy="1628078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80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5" y="1096485"/>
            <a:ext cx="4937184" cy="1407004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100">
                <a:solidFill>
                  <a:schemeClr val="bg1"/>
                </a:solidFill>
              </a:defRPr>
            </a:lvl1pPr>
          </a:lstStyle>
          <a:p>
            <a:r>
              <a:rPr lang="pt-PT" dirty="0"/>
              <a:t>título do Modelo Global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20" y="2722142"/>
            <a:ext cx="4934309" cy="243645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pt-PT" dirty="0"/>
              <a:t>Clique para editar o estilo de subtítulo do Modelo Global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727401"/>
            <a:ext cx="1896592" cy="332588"/>
          </a:xfrm>
          <a:prstGeom prst="rect">
            <a:avLst/>
          </a:prstGeom>
        </p:spPr>
      </p:pic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7" y="333651"/>
            <a:ext cx="11177551" cy="419100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bg1"/>
                </a:solidFill>
              </a:defRPr>
            </a:lvl1pPr>
            <a:lvl2pPr marL="457167" indent="0">
              <a:buNone/>
              <a:defRPr sz="1300">
                <a:solidFill>
                  <a:schemeClr val="tx2"/>
                </a:solidFill>
              </a:defRPr>
            </a:lvl2pPr>
            <a:lvl3pPr marL="914332" indent="0">
              <a:buNone/>
              <a:defRPr sz="1300">
                <a:solidFill>
                  <a:schemeClr val="tx2"/>
                </a:solidFill>
              </a:defRPr>
            </a:lvl3pPr>
            <a:lvl4pPr marL="1371498" indent="0">
              <a:buNone/>
              <a:defRPr sz="1300">
                <a:solidFill>
                  <a:schemeClr val="tx2"/>
                </a:solidFill>
              </a:defRPr>
            </a:lvl4pPr>
            <a:lvl5pPr marL="1828664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88095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12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‹nº›</a:t>
            </a:fld>
            <a:endParaRPr lang="es-ES" dirty="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262338"/>
            <a:ext cx="1172108" cy="20554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536" y="312269"/>
            <a:ext cx="184982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300" dirty="0">
                <a:solidFill>
                  <a:schemeClr val="accent1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641" y="1100239"/>
            <a:ext cx="10635843" cy="4906665"/>
          </a:xfrm>
        </p:spPr>
        <p:txBody>
          <a:bodyPr>
            <a:normAutofit/>
          </a:bodyPr>
          <a:lstStyle>
            <a:lvl1pPr marL="431968" indent="-395971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57167" indent="0">
              <a:buNone/>
              <a:defRPr/>
            </a:lvl2pPr>
          </a:lstStyle>
          <a:p>
            <a:pPr lvl="0"/>
            <a:r>
              <a:rPr lang="pt-PT" dirty="0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3010683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rma libre: forma 5">
            <a:extLst>
              <a:ext uri="{FF2B5EF4-FFF2-40B4-BE49-F238E27FC236}">
                <a16:creationId xmlns:a16="http://schemas.microsoft.com/office/drawing/2014/main" id="{A71A8286-9EE3-4232-97BD-4C3182506738}"/>
              </a:ext>
            </a:extLst>
          </p:cNvPr>
          <p:cNvSpPr/>
          <p:nvPr userDrawn="1"/>
        </p:nvSpPr>
        <p:spPr>
          <a:xfrm>
            <a:off x="4" y="0"/>
            <a:ext cx="10555357" cy="6858000"/>
          </a:xfrm>
          <a:custGeom>
            <a:avLst/>
            <a:gdLst>
              <a:gd name="connsiteX0" fmla="*/ 0 w 10555357"/>
              <a:gd name="connsiteY0" fmla="*/ 0 h 6858000"/>
              <a:gd name="connsiteX1" fmla="*/ 10555357 w 10555357"/>
              <a:gd name="connsiteY1" fmla="*/ 0 h 6858000"/>
              <a:gd name="connsiteX2" fmla="*/ 10555357 w 10555357"/>
              <a:gd name="connsiteY2" fmla="*/ 2822713 h 6858000"/>
              <a:gd name="connsiteX3" fmla="*/ 8925339 w 10555357"/>
              <a:gd name="connsiteY3" fmla="*/ 2822713 h 6858000"/>
              <a:gd name="connsiteX4" fmla="*/ 8925339 w 10555357"/>
              <a:gd name="connsiteY4" fmla="*/ 6858000 h 6858000"/>
              <a:gd name="connsiteX5" fmla="*/ 0 w 1055535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555357" h="6858000">
                <a:moveTo>
                  <a:pt x="0" y="0"/>
                </a:moveTo>
                <a:lnTo>
                  <a:pt x="10555357" y="0"/>
                </a:lnTo>
                <a:lnTo>
                  <a:pt x="10555357" y="2822713"/>
                </a:lnTo>
                <a:lnTo>
                  <a:pt x="8925339" y="2822713"/>
                </a:lnTo>
                <a:lnTo>
                  <a:pt x="8925339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80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521" y="626373"/>
            <a:ext cx="4386195" cy="2852737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pt-PT" dirty="0"/>
              <a:t>Clique para editar o estilo de título do Modelo </a:t>
            </a:r>
            <a:br>
              <a:rPr lang="pt-PT" dirty="0"/>
            </a:br>
            <a:r>
              <a:rPr lang="pt-PT" dirty="0"/>
              <a:t>Global</a:t>
            </a:r>
            <a:endParaRPr lang="es-ES" dirty="0"/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6E38BAEA-EEE9-4346-9DB7-91D26BC942D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270538"/>
            <a:ext cx="2958755" cy="2364961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600">
                <a:solidFill>
                  <a:schemeClr val="accent1"/>
                </a:solidFill>
              </a:defRPr>
            </a:lvl1pPr>
            <a:lvl2pPr>
              <a:defRPr sz="13800">
                <a:solidFill>
                  <a:schemeClr val="tx1"/>
                </a:solidFill>
              </a:defRPr>
            </a:lvl2pPr>
            <a:lvl3pPr>
              <a:defRPr sz="11500">
                <a:solidFill>
                  <a:schemeClr val="tx1"/>
                </a:solidFill>
              </a:defRPr>
            </a:lvl3pPr>
            <a:lvl4pPr>
              <a:defRPr sz="9600">
                <a:solidFill>
                  <a:schemeClr val="tx1"/>
                </a:solidFill>
              </a:defRPr>
            </a:lvl4pPr>
            <a:lvl5pPr>
              <a:defRPr sz="96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324528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4" y="1087461"/>
            <a:ext cx="5297557" cy="1606047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 dirty="0"/>
              <a:t>Clique para editar </a:t>
            </a:r>
            <a:br>
              <a:rPr lang="pt-PT" dirty="0"/>
            </a:br>
            <a:r>
              <a:rPr lang="pt-PT" dirty="0"/>
              <a:t>o estilo de título do Modelo Global</a:t>
            </a:r>
            <a:endParaRPr lang="es-ES" dirty="0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12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‹nº›</a:t>
            </a:fld>
            <a:endParaRPr lang="es-ES" dirty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262338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31" y="337100"/>
            <a:ext cx="10758735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67" indent="0">
              <a:buFontTx/>
              <a:buNone/>
              <a:defRPr sz="1100"/>
            </a:lvl2pPr>
            <a:lvl3pPr marL="914332" indent="0">
              <a:buFontTx/>
              <a:buNone/>
              <a:defRPr sz="1051"/>
            </a:lvl3pPr>
            <a:lvl4pPr marL="1371498" indent="0">
              <a:buFontTx/>
              <a:buNone/>
              <a:defRPr sz="1000"/>
            </a:lvl4pPr>
            <a:lvl5pPr marL="1828664" indent="0">
              <a:buFontTx/>
              <a:buNone/>
              <a:defRPr sz="1000"/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093574"/>
            <a:ext cx="5308776" cy="308340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3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66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087458"/>
            <a:ext cx="5081004" cy="508950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3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66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4291901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087459"/>
            <a:ext cx="10758733" cy="1823011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 dirty="0"/>
              <a:t>Clique para editar </a:t>
            </a:r>
            <a:br>
              <a:rPr lang="pt-PT" dirty="0"/>
            </a:br>
            <a:r>
              <a:rPr lang="pt-PT" dirty="0"/>
              <a:t>o estilo de título do Modelo Global</a:t>
            </a:r>
            <a:endParaRPr lang="es-ES" dirty="0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12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‹nº›</a:t>
            </a:fld>
            <a:endParaRPr lang="es-ES" dirty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262338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31" y="337100"/>
            <a:ext cx="10758735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67" indent="0">
              <a:buFontTx/>
              <a:buNone/>
              <a:defRPr sz="1100"/>
            </a:lvl2pPr>
            <a:lvl3pPr marL="914332" indent="0">
              <a:buFontTx/>
              <a:buNone/>
              <a:defRPr sz="1051"/>
            </a:lvl3pPr>
            <a:lvl4pPr marL="1371498" indent="0">
              <a:buFontTx/>
              <a:buNone/>
              <a:defRPr sz="1000"/>
            </a:lvl4pPr>
            <a:lvl5pPr marL="1828664" indent="0">
              <a:buFontTx/>
              <a:buNone/>
              <a:defRPr sz="1000"/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4" y="3093574"/>
            <a:ext cx="10758733" cy="3083401"/>
          </a:xfrm>
        </p:spPr>
        <p:txBody>
          <a:bodyPr numCol="2" spcCol="72000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3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66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956698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8" y="1109765"/>
            <a:ext cx="3801119" cy="5050689"/>
          </a:xfrm>
        </p:spPr>
        <p:txBody>
          <a:bodyPr anchor="t">
            <a:noAutofit/>
          </a:bodyPr>
          <a:lstStyle>
            <a:lvl1pPr>
              <a:defRPr sz="25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 dirty="0"/>
              <a:t>Editar os estilos </a:t>
            </a:r>
            <a:br>
              <a:rPr lang="pt-PT" dirty="0"/>
            </a:br>
            <a:r>
              <a:rPr lang="pt-PT" dirty="0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12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‹nº›</a:t>
            </a:fld>
            <a:endParaRPr lang="es-ES" dirty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262338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31" y="337100"/>
            <a:ext cx="10758735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67" indent="0">
              <a:buFontTx/>
              <a:buNone/>
              <a:defRPr sz="1100"/>
            </a:lvl2pPr>
            <a:lvl3pPr marL="914332" indent="0">
              <a:buFontTx/>
              <a:buNone/>
              <a:defRPr sz="1051"/>
            </a:lvl3pPr>
            <a:lvl4pPr marL="1371498" indent="0">
              <a:buFontTx/>
              <a:buNone/>
              <a:defRPr sz="1000"/>
            </a:lvl4pPr>
            <a:lvl5pPr marL="1828664" indent="0">
              <a:buFontTx/>
              <a:buNone/>
              <a:defRPr sz="1000"/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25" y="1126274"/>
            <a:ext cx="6697035" cy="5050690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3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66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770703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12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‹nº›</a:t>
            </a:fld>
            <a:endParaRPr lang="es-ES" dirty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262338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31" y="337100"/>
            <a:ext cx="10758735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67" indent="0">
              <a:buFontTx/>
              <a:buNone/>
              <a:defRPr sz="1100"/>
            </a:lvl2pPr>
            <a:lvl3pPr marL="914332" indent="0">
              <a:buFontTx/>
              <a:buNone/>
              <a:defRPr sz="1051"/>
            </a:lvl3pPr>
            <a:lvl4pPr marL="1371498" indent="0">
              <a:buFontTx/>
              <a:buNone/>
              <a:defRPr sz="1000"/>
            </a:lvl4pPr>
            <a:lvl5pPr marL="1828664" indent="0">
              <a:buFontTx/>
              <a:buNone/>
              <a:defRPr sz="1000"/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52" y="1087458"/>
            <a:ext cx="3911401" cy="1183132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 dirty="0"/>
              <a:t>Clique para editar </a:t>
            </a:r>
            <a:br>
              <a:rPr lang="pt-PT" dirty="0"/>
            </a:br>
            <a:r>
              <a:rPr lang="pt-PT" dirty="0"/>
              <a:t>o estilo de título</a:t>
            </a:r>
            <a:endParaRPr lang="es-ES" dirty="0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3" y="2517170"/>
            <a:ext cx="3911401" cy="365979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3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66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33" y="1087438"/>
            <a:ext cx="6683551" cy="5122862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 dirty="0"/>
              <a:t>Insira aqui seu gráfico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57120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12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‹nº›</a:t>
            </a:fld>
            <a:endParaRPr lang="es-ES" dirty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262338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31" y="337100"/>
            <a:ext cx="10758735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67" indent="0">
              <a:buFontTx/>
              <a:buNone/>
              <a:defRPr sz="1100"/>
            </a:lvl2pPr>
            <a:lvl3pPr marL="914332" indent="0">
              <a:buFontTx/>
              <a:buNone/>
              <a:defRPr sz="1051"/>
            </a:lvl3pPr>
            <a:lvl4pPr marL="1371498" indent="0">
              <a:buFontTx/>
              <a:buNone/>
              <a:defRPr sz="1000"/>
            </a:lvl4pPr>
            <a:lvl5pPr marL="1828664" indent="0">
              <a:buFontTx/>
              <a:buNone/>
              <a:defRPr sz="1000"/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3" y="1191802"/>
            <a:ext cx="3911401" cy="498516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3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66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5" y="1707776"/>
            <a:ext cx="6612965" cy="4502524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dirty="0"/>
              <a:t>Insira aqui sua tabela</a:t>
            </a:r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5" y="1191802"/>
            <a:ext cx="6587576" cy="38150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3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66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808262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12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‹nº›</a:t>
            </a:fld>
            <a:endParaRPr lang="es-ES" dirty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262338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31" y="337100"/>
            <a:ext cx="10758735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67" indent="0">
              <a:buFontTx/>
              <a:buNone/>
              <a:defRPr sz="1100"/>
            </a:lvl2pPr>
            <a:lvl3pPr marL="914332" indent="0">
              <a:buFontTx/>
              <a:buNone/>
              <a:defRPr sz="1051"/>
            </a:lvl3pPr>
            <a:lvl4pPr marL="1371498" indent="0">
              <a:buFontTx/>
              <a:buNone/>
              <a:defRPr sz="1000"/>
            </a:lvl4pPr>
            <a:lvl5pPr marL="1828664" indent="0">
              <a:buFontTx/>
              <a:buNone/>
              <a:defRPr sz="1000"/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3" y="1191802"/>
            <a:ext cx="3911401" cy="65754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3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66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70" y="1191802"/>
            <a:ext cx="6456737" cy="65754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3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66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0" y="1993900"/>
            <a:ext cx="3911600" cy="3605788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Insira aqui seu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68" y="1993900"/>
            <a:ext cx="6472719" cy="3605788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Insira aqui seu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2403" y="3685066"/>
            <a:ext cx="187151" cy="207057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800" dirty="0"/>
          </a:p>
        </p:txBody>
      </p:sp>
    </p:spTree>
    <p:extLst>
      <p:ext uri="{BB962C8B-B14F-4D97-AF65-F5344CB8AC3E}">
        <p14:creationId xmlns:p14="http://schemas.microsoft.com/office/powerpoint/2010/main" val="969925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229922"/>
            <a:ext cx="12192000" cy="1628078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800" dirty="0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727401"/>
            <a:ext cx="1896592" cy="332588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96917" y="5573155"/>
            <a:ext cx="1347483" cy="455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2561" y="5573588"/>
            <a:ext cx="578707" cy="455017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95" y="1945652"/>
            <a:ext cx="336547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>
                <a:solidFill>
                  <a:schemeClr val="tx2"/>
                </a:solidFill>
              </a:rPr>
              <a:t>Nosso propósito é contribuir para que as pessoas e as empresas prosperem.</a:t>
            </a:r>
          </a:p>
          <a:p>
            <a:endParaRPr lang="pt-PT" sz="1400" dirty="0">
              <a:solidFill>
                <a:schemeClr val="tx2"/>
              </a:solidFill>
            </a:endParaRPr>
          </a:p>
          <a:p>
            <a:r>
              <a:rPr lang="pt-PT" sz="1400" dirty="0">
                <a:solidFill>
                  <a:schemeClr val="tx2"/>
                </a:solidFill>
              </a:rPr>
              <a:t>Nossa cultura se baseia na crença de que tudo 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513" y="628193"/>
            <a:ext cx="33654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dirty="0">
                <a:solidFill>
                  <a:schemeClr val="accent1"/>
                </a:solidFill>
              </a:rPr>
              <a:t>Obrigada.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7" y="5229922"/>
            <a:ext cx="12196689" cy="1628078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800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1708760D-8C00-4F57-B7EC-7A08C0C34F28}"/>
              </a:ext>
            </a:extLst>
          </p:cNvPr>
          <p:cNvSpPr txBox="1"/>
          <p:nvPr userDrawn="1"/>
        </p:nvSpPr>
        <p:spPr>
          <a:xfrm>
            <a:off x="821785" y="3469925"/>
            <a:ext cx="2598049" cy="248603"/>
          </a:xfrm>
          <a:custGeom>
            <a:avLst/>
            <a:gdLst/>
            <a:ahLst/>
            <a:cxnLst/>
            <a:rect l="l" t="t" r="r" b="b"/>
            <a:pathLst>
              <a:path w="2598049" h="248603">
                <a:moveTo>
                  <a:pt x="2526783" y="75686"/>
                </a:moveTo>
                <a:cubicBezTo>
                  <a:pt x="2512741" y="75859"/>
                  <a:pt x="2502360" y="80210"/>
                  <a:pt x="2495638" y="88738"/>
                </a:cubicBezTo>
                <a:cubicBezTo>
                  <a:pt x="2488917" y="97267"/>
                  <a:pt x="2485579" y="108937"/>
                  <a:pt x="2485625" y="123750"/>
                </a:cubicBezTo>
                <a:cubicBezTo>
                  <a:pt x="2485735" y="140663"/>
                  <a:pt x="2489383" y="153104"/>
                  <a:pt x="2496571" y="161075"/>
                </a:cubicBezTo>
                <a:cubicBezTo>
                  <a:pt x="2503758" y="169045"/>
                  <a:pt x="2513829" y="172993"/>
                  <a:pt x="2526783" y="172918"/>
                </a:cubicBezTo>
                <a:cubicBezTo>
                  <a:pt x="2540306" y="172762"/>
                  <a:pt x="2550411" y="168446"/>
                  <a:pt x="2557098" y="159970"/>
                </a:cubicBezTo>
                <a:cubicBezTo>
                  <a:pt x="2563785" y="151493"/>
                  <a:pt x="2567123" y="139788"/>
                  <a:pt x="2567112" y="124855"/>
                </a:cubicBezTo>
                <a:cubicBezTo>
                  <a:pt x="2566985" y="108062"/>
                  <a:pt x="2563371" y="95655"/>
                  <a:pt x="2556270" y="87633"/>
                </a:cubicBezTo>
                <a:cubicBezTo>
                  <a:pt x="2549168" y="79611"/>
                  <a:pt x="2539339" y="75629"/>
                  <a:pt x="2526783" y="75686"/>
                </a:cubicBezTo>
                <a:close/>
                <a:moveTo>
                  <a:pt x="1789633" y="75686"/>
                </a:moveTo>
                <a:cubicBezTo>
                  <a:pt x="1773935" y="75848"/>
                  <a:pt x="1762310" y="80359"/>
                  <a:pt x="1754760" y="89222"/>
                </a:cubicBezTo>
                <a:cubicBezTo>
                  <a:pt x="1747210" y="98084"/>
                  <a:pt x="1743458" y="110330"/>
                  <a:pt x="1743504" y="125959"/>
                </a:cubicBezTo>
                <a:cubicBezTo>
                  <a:pt x="1743412" y="140289"/>
                  <a:pt x="1746427" y="151821"/>
                  <a:pt x="1752550" y="160557"/>
                </a:cubicBezTo>
                <a:cubicBezTo>
                  <a:pt x="1758673" y="169292"/>
                  <a:pt x="1768456" y="173781"/>
                  <a:pt x="1781899" y="174023"/>
                </a:cubicBezTo>
                <a:cubicBezTo>
                  <a:pt x="1787826" y="173988"/>
                  <a:pt x="1793236" y="173090"/>
                  <a:pt x="1798127" y="171329"/>
                </a:cubicBezTo>
                <a:cubicBezTo>
                  <a:pt x="1803019" y="169568"/>
                  <a:pt x="1807461" y="167151"/>
                  <a:pt x="1811455" y="164078"/>
                </a:cubicBezTo>
                <a:lnTo>
                  <a:pt x="1811455" y="77344"/>
                </a:lnTo>
                <a:cubicBezTo>
                  <a:pt x="1808302" y="76791"/>
                  <a:pt x="1804941" y="76377"/>
                  <a:pt x="1801373" y="76101"/>
                </a:cubicBezTo>
                <a:cubicBezTo>
                  <a:pt x="1797805" y="75825"/>
                  <a:pt x="1793892" y="75686"/>
                  <a:pt x="1789633" y="75686"/>
                </a:cubicBezTo>
                <a:close/>
                <a:moveTo>
                  <a:pt x="1621908" y="75686"/>
                </a:moveTo>
                <a:cubicBezTo>
                  <a:pt x="1607866" y="75859"/>
                  <a:pt x="1597485" y="80210"/>
                  <a:pt x="1590763" y="88738"/>
                </a:cubicBezTo>
                <a:cubicBezTo>
                  <a:pt x="1584042" y="97267"/>
                  <a:pt x="1580704" y="108937"/>
                  <a:pt x="1580750" y="123750"/>
                </a:cubicBezTo>
                <a:cubicBezTo>
                  <a:pt x="1580859" y="140663"/>
                  <a:pt x="1584508" y="153104"/>
                  <a:pt x="1591696" y="161075"/>
                </a:cubicBezTo>
                <a:cubicBezTo>
                  <a:pt x="1598883" y="169045"/>
                  <a:pt x="1608954" y="172993"/>
                  <a:pt x="1621908" y="172918"/>
                </a:cubicBezTo>
                <a:cubicBezTo>
                  <a:pt x="1635431" y="172762"/>
                  <a:pt x="1645536" y="168446"/>
                  <a:pt x="1652223" y="159970"/>
                </a:cubicBezTo>
                <a:cubicBezTo>
                  <a:pt x="1658910" y="151493"/>
                  <a:pt x="1662248" y="139788"/>
                  <a:pt x="1662236" y="124855"/>
                </a:cubicBezTo>
                <a:cubicBezTo>
                  <a:pt x="1662110" y="108062"/>
                  <a:pt x="1658496" y="95655"/>
                  <a:pt x="1651395" y="87633"/>
                </a:cubicBezTo>
                <a:cubicBezTo>
                  <a:pt x="1644293" y="79611"/>
                  <a:pt x="1634464" y="75629"/>
                  <a:pt x="1621908" y="75686"/>
                </a:cubicBezTo>
                <a:close/>
                <a:moveTo>
                  <a:pt x="523075" y="75686"/>
                </a:moveTo>
                <a:cubicBezTo>
                  <a:pt x="519478" y="75698"/>
                  <a:pt x="515968" y="75882"/>
                  <a:pt x="512544" y="76239"/>
                </a:cubicBezTo>
                <a:cubicBezTo>
                  <a:pt x="509120" y="76596"/>
                  <a:pt x="505817" y="77056"/>
                  <a:pt x="502634" y="77620"/>
                </a:cubicBezTo>
                <a:lnTo>
                  <a:pt x="502634" y="169879"/>
                </a:lnTo>
                <a:cubicBezTo>
                  <a:pt x="510092" y="171859"/>
                  <a:pt x="517551" y="172872"/>
                  <a:pt x="525009" y="172918"/>
                </a:cubicBezTo>
                <a:cubicBezTo>
                  <a:pt x="540212" y="172877"/>
                  <a:pt x="551653" y="168746"/>
                  <a:pt x="559330" y="160522"/>
                </a:cubicBezTo>
                <a:cubicBezTo>
                  <a:pt x="567006" y="152299"/>
                  <a:pt x="570850" y="140225"/>
                  <a:pt x="570862" y="124302"/>
                </a:cubicBezTo>
                <a:cubicBezTo>
                  <a:pt x="571012" y="109346"/>
                  <a:pt x="567329" y="97549"/>
                  <a:pt x="559813" y="88911"/>
                </a:cubicBezTo>
                <a:cubicBezTo>
                  <a:pt x="552297" y="80273"/>
                  <a:pt x="540051" y="75865"/>
                  <a:pt x="523075" y="75686"/>
                </a:cubicBezTo>
                <a:close/>
                <a:moveTo>
                  <a:pt x="1225029" y="75134"/>
                </a:moveTo>
                <a:cubicBezTo>
                  <a:pt x="1214285" y="75163"/>
                  <a:pt x="1206010" y="78213"/>
                  <a:pt x="1200204" y="84284"/>
                </a:cubicBezTo>
                <a:cubicBezTo>
                  <a:pt x="1194397" y="90355"/>
                  <a:pt x="1190887" y="99275"/>
                  <a:pt x="1189673" y="111043"/>
                </a:cubicBezTo>
                <a:lnTo>
                  <a:pt x="1258176" y="111043"/>
                </a:lnTo>
                <a:cubicBezTo>
                  <a:pt x="1258107" y="99637"/>
                  <a:pt x="1255207" y="90821"/>
                  <a:pt x="1249475" y="84595"/>
                </a:cubicBezTo>
                <a:cubicBezTo>
                  <a:pt x="1243744" y="78368"/>
                  <a:pt x="1235595" y="75215"/>
                  <a:pt x="1225029" y="75134"/>
                </a:cubicBezTo>
                <a:close/>
                <a:moveTo>
                  <a:pt x="748779" y="75134"/>
                </a:moveTo>
                <a:cubicBezTo>
                  <a:pt x="738035" y="75163"/>
                  <a:pt x="729760" y="78213"/>
                  <a:pt x="723954" y="84284"/>
                </a:cubicBezTo>
                <a:cubicBezTo>
                  <a:pt x="718147" y="90355"/>
                  <a:pt x="714637" y="99275"/>
                  <a:pt x="713423" y="111043"/>
                </a:cubicBezTo>
                <a:lnTo>
                  <a:pt x="781926" y="111043"/>
                </a:lnTo>
                <a:cubicBezTo>
                  <a:pt x="781857" y="99637"/>
                  <a:pt x="778957" y="90821"/>
                  <a:pt x="773225" y="84595"/>
                </a:cubicBezTo>
                <a:cubicBezTo>
                  <a:pt x="767494" y="78368"/>
                  <a:pt x="759345" y="75215"/>
                  <a:pt x="748779" y="75134"/>
                </a:cubicBezTo>
                <a:close/>
                <a:moveTo>
                  <a:pt x="2090119" y="53036"/>
                </a:moveTo>
                <a:lnTo>
                  <a:pt x="2120503" y="53036"/>
                </a:lnTo>
                <a:lnTo>
                  <a:pt x="2120503" y="138942"/>
                </a:lnTo>
                <a:cubicBezTo>
                  <a:pt x="2120354" y="150630"/>
                  <a:pt x="2122656" y="159227"/>
                  <a:pt x="2127409" y="164735"/>
                </a:cubicBezTo>
                <a:cubicBezTo>
                  <a:pt x="2132162" y="170242"/>
                  <a:pt x="2140265" y="172969"/>
                  <a:pt x="2151717" y="172918"/>
                </a:cubicBezTo>
                <a:cubicBezTo>
                  <a:pt x="2157281" y="172923"/>
                  <a:pt x="2162656" y="172014"/>
                  <a:pt x="2167841" y="170190"/>
                </a:cubicBezTo>
                <a:cubicBezTo>
                  <a:pt x="2173026" y="168366"/>
                  <a:pt x="2177780" y="165592"/>
                  <a:pt x="2182101" y="161869"/>
                </a:cubicBezTo>
                <a:lnTo>
                  <a:pt x="2182101" y="53036"/>
                </a:lnTo>
                <a:lnTo>
                  <a:pt x="2212486" y="53036"/>
                </a:lnTo>
                <a:lnTo>
                  <a:pt x="2212486" y="195568"/>
                </a:lnTo>
                <a:lnTo>
                  <a:pt x="2184311" y="195568"/>
                </a:lnTo>
                <a:lnTo>
                  <a:pt x="2182654" y="177614"/>
                </a:lnTo>
                <a:cubicBezTo>
                  <a:pt x="2177993" y="183938"/>
                  <a:pt x="2172261" y="189037"/>
                  <a:pt x="2165459" y="192909"/>
                </a:cubicBezTo>
                <a:cubicBezTo>
                  <a:pt x="2158657" y="196782"/>
                  <a:pt x="2150577" y="198773"/>
                  <a:pt x="2141220" y="198883"/>
                </a:cubicBezTo>
                <a:cubicBezTo>
                  <a:pt x="2124468" y="198883"/>
                  <a:pt x="2111773" y="194463"/>
                  <a:pt x="2103136" y="185624"/>
                </a:cubicBezTo>
                <a:cubicBezTo>
                  <a:pt x="2094498" y="176785"/>
                  <a:pt x="2090159" y="163526"/>
                  <a:pt x="2090119" y="145848"/>
                </a:cubicBezTo>
                <a:close/>
                <a:moveTo>
                  <a:pt x="157925" y="53036"/>
                </a:moveTo>
                <a:lnTo>
                  <a:pt x="188309" y="53036"/>
                </a:lnTo>
                <a:lnTo>
                  <a:pt x="188309" y="195568"/>
                </a:lnTo>
                <a:lnTo>
                  <a:pt x="157925" y="195568"/>
                </a:lnTo>
                <a:close/>
                <a:moveTo>
                  <a:pt x="2527611" y="49721"/>
                </a:moveTo>
                <a:cubicBezTo>
                  <a:pt x="2543090" y="49861"/>
                  <a:pt x="2556052" y="53111"/>
                  <a:pt x="2566498" y="59471"/>
                </a:cubicBezTo>
                <a:cubicBezTo>
                  <a:pt x="2576943" y="65831"/>
                  <a:pt x="2584810" y="74462"/>
                  <a:pt x="2590099" y="85365"/>
                </a:cubicBezTo>
                <a:cubicBezTo>
                  <a:pt x="2595389" y="96267"/>
                  <a:pt x="2598038" y="108602"/>
                  <a:pt x="2598049" y="122369"/>
                </a:cubicBezTo>
                <a:cubicBezTo>
                  <a:pt x="2597830" y="146705"/>
                  <a:pt x="2591293" y="165500"/>
                  <a:pt x="2578437" y="178753"/>
                </a:cubicBezTo>
                <a:cubicBezTo>
                  <a:pt x="2565581" y="192006"/>
                  <a:pt x="2547718" y="198716"/>
                  <a:pt x="2524849" y="198883"/>
                </a:cubicBezTo>
                <a:cubicBezTo>
                  <a:pt x="2509635" y="198743"/>
                  <a:pt x="2496819" y="195493"/>
                  <a:pt x="2486403" y="189133"/>
                </a:cubicBezTo>
                <a:cubicBezTo>
                  <a:pt x="2475986" y="182773"/>
                  <a:pt x="2468102" y="174142"/>
                  <a:pt x="2462750" y="163240"/>
                </a:cubicBezTo>
                <a:cubicBezTo>
                  <a:pt x="2457397" y="152337"/>
                  <a:pt x="2454710" y="140003"/>
                  <a:pt x="2454688" y="126236"/>
                </a:cubicBezTo>
                <a:cubicBezTo>
                  <a:pt x="2454929" y="101899"/>
                  <a:pt x="2461490" y="83104"/>
                  <a:pt x="2474369" y="69851"/>
                </a:cubicBezTo>
                <a:cubicBezTo>
                  <a:pt x="2487248" y="56598"/>
                  <a:pt x="2504995" y="49888"/>
                  <a:pt x="2527611" y="49721"/>
                </a:cubicBezTo>
                <a:close/>
                <a:moveTo>
                  <a:pt x="2291686" y="49721"/>
                </a:moveTo>
                <a:cubicBezTo>
                  <a:pt x="2300376" y="49704"/>
                  <a:pt x="2308479" y="50222"/>
                  <a:pt x="2315994" y="51275"/>
                </a:cubicBezTo>
                <a:cubicBezTo>
                  <a:pt x="2323510" y="52328"/>
                  <a:pt x="2330508" y="54020"/>
                  <a:pt x="2336988" y="56351"/>
                </a:cubicBezTo>
                <a:cubicBezTo>
                  <a:pt x="2336734" y="60316"/>
                  <a:pt x="2336274" y="64263"/>
                  <a:pt x="2335606" y="68194"/>
                </a:cubicBezTo>
                <a:cubicBezTo>
                  <a:pt x="2334939" y="72124"/>
                  <a:pt x="2333926" y="76279"/>
                  <a:pt x="2332568" y="80659"/>
                </a:cubicBezTo>
                <a:cubicBezTo>
                  <a:pt x="2326117" y="78604"/>
                  <a:pt x="2319614" y="77119"/>
                  <a:pt x="2313059" y="76204"/>
                </a:cubicBezTo>
                <a:cubicBezTo>
                  <a:pt x="2306505" y="75289"/>
                  <a:pt x="2299657" y="74841"/>
                  <a:pt x="2292515" y="74858"/>
                </a:cubicBezTo>
                <a:cubicBezTo>
                  <a:pt x="2283043" y="74933"/>
                  <a:pt x="2276575" y="76302"/>
                  <a:pt x="2273110" y="78967"/>
                </a:cubicBezTo>
                <a:cubicBezTo>
                  <a:pt x="2269646" y="81631"/>
                  <a:pt x="2268012" y="85141"/>
                  <a:pt x="2268207" y="89498"/>
                </a:cubicBezTo>
                <a:cubicBezTo>
                  <a:pt x="2268190" y="94504"/>
                  <a:pt x="2269951" y="98510"/>
                  <a:pt x="2273490" y="101514"/>
                </a:cubicBezTo>
                <a:cubicBezTo>
                  <a:pt x="2277029" y="104517"/>
                  <a:pt x="2282450" y="107142"/>
                  <a:pt x="2289753" y="109386"/>
                </a:cubicBezTo>
                <a:lnTo>
                  <a:pt x="2304393" y="114082"/>
                </a:lnTo>
                <a:cubicBezTo>
                  <a:pt x="2317439" y="118104"/>
                  <a:pt x="2326980" y="123456"/>
                  <a:pt x="2333017" y="130137"/>
                </a:cubicBezTo>
                <a:cubicBezTo>
                  <a:pt x="2339053" y="136819"/>
                  <a:pt x="2342034" y="145554"/>
                  <a:pt x="2341960" y="156344"/>
                </a:cubicBezTo>
                <a:cubicBezTo>
                  <a:pt x="2341890" y="169114"/>
                  <a:pt x="2337056" y="179346"/>
                  <a:pt x="2327458" y="187040"/>
                </a:cubicBezTo>
                <a:cubicBezTo>
                  <a:pt x="2317859" y="194734"/>
                  <a:pt x="2303909" y="198681"/>
                  <a:pt x="2285610" y="198883"/>
                </a:cubicBezTo>
                <a:cubicBezTo>
                  <a:pt x="2275453" y="198906"/>
                  <a:pt x="2266418" y="198169"/>
                  <a:pt x="2258505" y="196673"/>
                </a:cubicBezTo>
                <a:cubicBezTo>
                  <a:pt x="2250592" y="195177"/>
                  <a:pt x="2243422" y="192783"/>
                  <a:pt x="2236994" y="189491"/>
                </a:cubicBezTo>
                <a:cubicBezTo>
                  <a:pt x="2237270" y="183863"/>
                  <a:pt x="2237754" y="178960"/>
                  <a:pt x="2238444" y="174782"/>
                </a:cubicBezTo>
                <a:cubicBezTo>
                  <a:pt x="2239135" y="170604"/>
                  <a:pt x="2240033" y="166944"/>
                  <a:pt x="2241137" y="163802"/>
                </a:cubicBezTo>
                <a:cubicBezTo>
                  <a:pt x="2247686" y="166985"/>
                  <a:pt x="2254891" y="169390"/>
                  <a:pt x="2262752" y="171019"/>
                </a:cubicBezTo>
                <a:cubicBezTo>
                  <a:pt x="2270613" y="172647"/>
                  <a:pt x="2277956" y="173464"/>
                  <a:pt x="2284781" y="173470"/>
                </a:cubicBezTo>
                <a:cubicBezTo>
                  <a:pt x="2293522" y="173516"/>
                  <a:pt x="2300209" y="172250"/>
                  <a:pt x="2304842" y="169672"/>
                </a:cubicBezTo>
                <a:cubicBezTo>
                  <a:pt x="2309474" y="167094"/>
                  <a:pt x="2311811" y="162928"/>
                  <a:pt x="2311851" y="157173"/>
                </a:cubicBezTo>
                <a:cubicBezTo>
                  <a:pt x="2311782" y="152189"/>
                  <a:pt x="2309848" y="148345"/>
                  <a:pt x="2306050" y="145640"/>
                </a:cubicBezTo>
                <a:cubicBezTo>
                  <a:pt x="2302252" y="142936"/>
                  <a:pt x="2297004" y="140611"/>
                  <a:pt x="2290305" y="138666"/>
                </a:cubicBezTo>
                <a:lnTo>
                  <a:pt x="2276218" y="134246"/>
                </a:lnTo>
                <a:cubicBezTo>
                  <a:pt x="2262458" y="129821"/>
                  <a:pt x="2252756" y="123963"/>
                  <a:pt x="2247111" y="116671"/>
                </a:cubicBezTo>
                <a:cubicBezTo>
                  <a:pt x="2241465" y="109380"/>
                  <a:pt x="2238738" y="100691"/>
                  <a:pt x="2238928" y="90603"/>
                </a:cubicBezTo>
                <a:cubicBezTo>
                  <a:pt x="2238951" y="77781"/>
                  <a:pt x="2243393" y="67791"/>
                  <a:pt x="2252255" y="60632"/>
                </a:cubicBezTo>
                <a:cubicBezTo>
                  <a:pt x="2261118" y="53473"/>
                  <a:pt x="2274261" y="49836"/>
                  <a:pt x="2291686" y="49721"/>
                </a:cubicBezTo>
                <a:close/>
                <a:moveTo>
                  <a:pt x="1789633" y="49721"/>
                </a:moveTo>
                <a:cubicBezTo>
                  <a:pt x="1799508" y="49698"/>
                  <a:pt x="1808693" y="50297"/>
                  <a:pt x="1817187" y="51517"/>
                </a:cubicBezTo>
                <a:cubicBezTo>
                  <a:pt x="1825681" y="52737"/>
                  <a:pt x="1833898" y="54716"/>
                  <a:pt x="1841840" y="57456"/>
                </a:cubicBezTo>
                <a:lnTo>
                  <a:pt x="1841840" y="195568"/>
                </a:lnTo>
                <a:lnTo>
                  <a:pt x="1813941" y="195568"/>
                </a:lnTo>
                <a:lnTo>
                  <a:pt x="1812284" y="178995"/>
                </a:lnTo>
                <a:cubicBezTo>
                  <a:pt x="1808486" y="185141"/>
                  <a:pt x="1803445" y="189975"/>
                  <a:pt x="1797160" y="193496"/>
                </a:cubicBezTo>
                <a:cubicBezTo>
                  <a:pt x="1790876" y="197018"/>
                  <a:pt x="1782935" y="198814"/>
                  <a:pt x="1773336" y="198883"/>
                </a:cubicBezTo>
                <a:cubicBezTo>
                  <a:pt x="1754852" y="198745"/>
                  <a:pt x="1740166" y="192392"/>
                  <a:pt x="1729278" y="179823"/>
                </a:cubicBezTo>
                <a:cubicBezTo>
                  <a:pt x="1718390" y="167255"/>
                  <a:pt x="1712820" y="149300"/>
                  <a:pt x="1712567" y="125959"/>
                </a:cubicBezTo>
                <a:cubicBezTo>
                  <a:pt x="1712584" y="101514"/>
                  <a:pt x="1719041" y="82730"/>
                  <a:pt x="1731937" y="69610"/>
                </a:cubicBezTo>
                <a:cubicBezTo>
                  <a:pt x="1744833" y="56489"/>
                  <a:pt x="1764065" y="49859"/>
                  <a:pt x="1789633" y="49721"/>
                </a:cubicBezTo>
                <a:close/>
                <a:moveTo>
                  <a:pt x="1622736" y="49721"/>
                </a:moveTo>
                <a:cubicBezTo>
                  <a:pt x="1638215" y="49861"/>
                  <a:pt x="1651177" y="53111"/>
                  <a:pt x="1661623" y="59471"/>
                </a:cubicBezTo>
                <a:cubicBezTo>
                  <a:pt x="1672068" y="65831"/>
                  <a:pt x="1679935" y="74462"/>
                  <a:pt x="1685225" y="85365"/>
                </a:cubicBezTo>
                <a:cubicBezTo>
                  <a:pt x="1690514" y="96267"/>
                  <a:pt x="1693164" y="108602"/>
                  <a:pt x="1693174" y="122369"/>
                </a:cubicBezTo>
                <a:cubicBezTo>
                  <a:pt x="1692955" y="146705"/>
                  <a:pt x="1686418" y="165500"/>
                  <a:pt x="1673562" y="178753"/>
                </a:cubicBezTo>
                <a:cubicBezTo>
                  <a:pt x="1660706" y="192006"/>
                  <a:pt x="1642843" y="198716"/>
                  <a:pt x="1619974" y="198883"/>
                </a:cubicBezTo>
                <a:cubicBezTo>
                  <a:pt x="1604760" y="198743"/>
                  <a:pt x="1591944" y="195493"/>
                  <a:pt x="1581528" y="189133"/>
                </a:cubicBezTo>
                <a:cubicBezTo>
                  <a:pt x="1571111" y="182773"/>
                  <a:pt x="1563227" y="174142"/>
                  <a:pt x="1557875" y="163240"/>
                </a:cubicBezTo>
                <a:cubicBezTo>
                  <a:pt x="1552522" y="152337"/>
                  <a:pt x="1549835" y="140003"/>
                  <a:pt x="1549813" y="126236"/>
                </a:cubicBezTo>
                <a:cubicBezTo>
                  <a:pt x="1550055" y="101899"/>
                  <a:pt x="1556615" y="83104"/>
                  <a:pt x="1569494" y="69851"/>
                </a:cubicBezTo>
                <a:cubicBezTo>
                  <a:pt x="1582373" y="56598"/>
                  <a:pt x="1600120" y="49888"/>
                  <a:pt x="1622736" y="49721"/>
                </a:cubicBezTo>
                <a:close/>
                <a:moveTo>
                  <a:pt x="1482062" y="49721"/>
                </a:moveTo>
                <a:cubicBezTo>
                  <a:pt x="1490751" y="49704"/>
                  <a:pt x="1498854" y="50222"/>
                  <a:pt x="1506369" y="51275"/>
                </a:cubicBezTo>
                <a:cubicBezTo>
                  <a:pt x="1513885" y="52328"/>
                  <a:pt x="1520883" y="54020"/>
                  <a:pt x="1527363" y="56351"/>
                </a:cubicBezTo>
                <a:cubicBezTo>
                  <a:pt x="1527109" y="60316"/>
                  <a:pt x="1526649" y="64263"/>
                  <a:pt x="1525981" y="68194"/>
                </a:cubicBezTo>
                <a:cubicBezTo>
                  <a:pt x="1525314" y="72124"/>
                  <a:pt x="1524301" y="76279"/>
                  <a:pt x="1522943" y="80659"/>
                </a:cubicBezTo>
                <a:cubicBezTo>
                  <a:pt x="1516492" y="78604"/>
                  <a:pt x="1509989" y="77119"/>
                  <a:pt x="1503435" y="76204"/>
                </a:cubicBezTo>
                <a:cubicBezTo>
                  <a:pt x="1496880" y="75289"/>
                  <a:pt x="1490032" y="74841"/>
                  <a:pt x="1482890" y="74858"/>
                </a:cubicBezTo>
                <a:cubicBezTo>
                  <a:pt x="1473418" y="74933"/>
                  <a:pt x="1466950" y="76302"/>
                  <a:pt x="1463486" y="78967"/>
                </a:cubicBezTo>
                <a:cubicBezTo>
                  <a:pt x="1460021" y="81631"/>
                  <a:pt x="1458387" y="85141"/>
                  <a:pt x="1458582" y="89498"/>
                </a:cubicBezTo>
                <a:cubicBezTo>
                  <a:pt x="1458565" y="94504"/>
                  <a:pt x="1460326" y="98510"/>
                  <a:pt x="1463865" y="101514"/>
                </a:cubicBezTo>
                <a:cubicBezTo>
                  <a:pt x="1467404" y="104517"/>
                  <a:pt x="1472825" y="107142"/>
                  <a:pt x="1480128" y="109386"/>
                </a:cubicBezTo>
                <a:lnTo>
                  <a:pt x="1494768" y="114082"/>
                </a:lnTo>
                <a:cubicBezTo>
                  <a:pt x="1507814" y="118104"/>
                  <a:pt x="1517355" y="123456"/>
                  <a:pt x="1523392" y="130137"/>
                </a:cubicBezTo>
                <a:cubicBezTo>
                  <a:pt x="1529428" y="136819"/>
                  <a:pt x="1532409" y="145554"/>
                  <a:pt x="1532335" y="156344"/>
                </a:cubicBezTo>
                <a:cubicBezTo>
                  <a:pt x="1532265" y="169114"/>
                  <a:pt x="1527432" y="179346"/>
                  <a:pt x="1517833" y="187040"/>
                </a:cubicBezTo>
                <a:cubicBezTo>
                  <a:pt x="1508234" y="194734"/>
                  <a:pt x="1494285" y="198681"/>
                  <a:pt x="1475985" y="198883"/>
                </a:cubicBezTo>
                <a:cubicBezTo>
                  <a:pt x="1465828" y="198906"/>
                  <a:pt x="1456793" y="198169"/>
                  <a:pt x="1448880" y="196673"/>
                </a:cubicBezTo>
                <a:cubicBezTo>
                  <a:pt x="1440967" y="195177"/>
                  <a:pt x="1433797" y="192783"/>
                  <a:pt x="1427369" y="189491"/>
                </a:cubicBezTo>
                <a:cubicBezTo>
                  <a:pt x="1427645" y="183863"/>
                  <a:pt x="1428129" y="178960"/>
                  <a:pt x="1428819" y="174782"/>
                </a:cubicBezTo>
                <a:cubicBezTo>
                  <a:pt x="1429510" y="170604"/>
                  <a:pt x="1430408" y="166944"/>
                  <a:pt x="1431512" y="163802"/>
                </a:cubicBezTo>
                <a:cubicBezTo>
                  <a:pt x="1438061" y="166985"/>
                  <a:pt x="1445266" y="169390"/>
                  <a:pt x="1453127" y="171019"/>
                </a:cubicBezTo>
                <a:cubicBezTo>
                  <a:pt x="1460988" y="172647"/>
                  <a:pt x="1468331" y="173464"/>
                  <a:pt x="1475156" y="173470"/>
                </a:cubicBezTo>
                <a:cubicBezTo>
                  <a:pt x="1483897" y="173516"/>
                  <a:pt x="1490584" y="172250"/>
                  <a:pt x="1495217" y="169672"/>
                </a:cubicBezTo>
                <a:cubicBezTo>
                  <a:pt x="1499849" y="167094"/>
                  <a:pt x="1502186" y="162928"/>
                  <a:pt x="1502226" y="157173"/>
                </a:cubicBezTo>
                <a:cubicBezTo>
                  <a:pt x="1502157" y="152189"/>
                  <a:pt x="1500223" y="148345"/>
                  <a:pt x="1496425" y="145640"/>
                </a:cubicBezTo>
                <a:cubicBezTo>
                  <a:pt x="1492627" y="142936"/>
                  <a:pt x="1487379" y="140611"/>
                  <a:pt x="1480681" y="138666"/>
                </a:cubicBezTo>
                <a:lnTo>
                  <a:pt x="1466593" y="134246"/>
                </a:lnTo>
                <a:cubicBezTo>
                  <a:pt x="1452834" y="129821"/>
                  <a:pt x="1443131" y="123963"/>
                  <a:pt x="1437486" y="116671"/>
                </a:cubicBezTo>
                <a:cubicBezTo>
                  <a:pt x="1431840" y="109380"/>
                  <a:pt x="1429113" y="100691"/>
                  <a:pt x="1429303" y="90603"/>
                </a:cubicBezTo>
                <a:cubicBezTo>
                  <a:pt x="1429326" y="77781"/>
                  <a:pt x="1433768" y="67791"/>
                  <a:pt x="1442631" y="60632"/>
                </a:cubicBezTo>
                <a:cubicBezTo>
                  <a:pt x="1451493" y="53473"/>
                  <a:pt x="1464636" y="49836"/>
                  <a:pt x="1482062" y="49721"/>
                </a:cubicBezTo>
                <a:close/>
                <a:moveTo>
                  <a:pt x="1358237" y="49721"/>
                </a:moveTo>
                <a:cubicBezTo>
                  <a:pt x="1366926" y="49704"/>
                  <a:pt x="1375029" y="50222"/>
                  <a:pt x="1382544" y="51275"/>
                </a:cubicBezTo>
                <a:cubicBezTo>
                  <a:pt x="1390060" y="52328"/>
                  <a:pt x="1397058" y="54020"/>
                  <a:pt x="1403538" y="56351"/>
                </a:cubicBezTo>
                <a:cubicBezTo>
                  <a:pt x="1403284" y="60316"/>
                  <a:pt x="1402824" y="64263"/>
                  <a:pt x="1402156" y="68194"/>
                </a:cubicBezTo>
                <a:cubicBezTo>
                  <a:pt x="1401489" y="72124"/>
                  <a:pt x="1400476" y="76279"/>
                  <a:pt x="1399118" y="80659"/>
                </a:cubicBezTo>
                <a:cubicBezTo>
                  <a:pt x="1392667" y="78604"/>
                  <a:pt x="1386164" y="77119"/>
                  <a:pt x="1379610" y="76204"/>
                </a:cubicBezTo>
                <a:cubicBezTo>
                  <a:pt x="1373055" y="75289"/>
                  <a:pt x="1366207" y="74841"/>
                  <a:pt x="1359065" y="74858"/>
                </a:cubicBezTo>
                <a:cubicBezTo>
                  <a:pt x="1349593" y="74933"/>
                  <a:pt x="1343125" y="76302"/>
                  <a:pt x="1339661" y="78967"/>
                </a:cubicBezTo>
                <a:cubicBezTo>
                  <a:pt x="1336196" y="81631"/>
                  <a:pt x="1334562" y="85141"/>
                  <a:pt x="1334757" y="89498"/>
                </a:cubicBezTo>
                <a:cubicBezTo>
                  <a:pt x="1334740" y="94504"/>
                  <a:pt x="1336501" y="98510"/>
                  <a:pt x="1340040" y="101514"/>
                </a:cubicBezTo>
                <a:cubicBezTo>
                  <a:pt x="1343579" y="104517"/>
                  <a:pt x="1349000" y="107142"/>
                  <a:pt x="1356303" y="109386"/>
                </a:cubicBezTo>
                <a:lnTo>
                  <a:pt x="1370943" y="114082"/>
                </a:lnTo>
                <a:cubicBezTo>
                  <a:pt x="1383989" y="118104"/>
                  <a:pt x="1393530" y="123456"/>
                  <a:pt x="1399567" y="130137"/>
                </a:cubicBezTo>
                <a:cubicBezTo>
                  <a:pt x="1405603" y="136819"/>
                  <a:pt x="1408584" y="145554"/>
                  <a:pt x="1408510" y="156344"/>
                </a:cubicBezTo>
                <a:cubicBezTo>
                  <a:pt x="1408440" y="169114"/>
                  <a:pt x="1403607" y="179346"/>
                  <a:pt x="1394008" y="187040"/>
                </a:cubicBezTo>
                <a:cubicBezTo>
                  <a:pt x="1384409" y="194734"/>
                  <a:pt x="1370460" y="198681"/>
                  <a:pt x="1352160" y="198883"/>
                </a:cubicBezTo>
                <a:cubicBezTo>
                  <a:pt x="1342003" y="198906"/>
                  <a:pt x="1332968" y="198169"/>
                  <a:pt x="1325055" y="196673"/>
                </a:cubicBezTo>
                <a:cubicBezTo>
                  <a:pt x="1317142" y="195177"/>
                  <a:pt x="1309972" y="192783"/>
                  <a:pt x="1303544" y="189491"/>
                </a:cubicBezTo>
                <a:cubicBezTo>
                  <a:pt x="1303820" y="183863"/>
                  <a:pt x="1304304" y="178960"/>
                  <a:pt x="1304994" y="174782"/>
                </a:cubicBezTo>
                <a:cubicBezTo>
                  <a:pt x="1305685" y="170604"/>
                  <a:pt x="1306583" y="166944"/>
                  <a:pt x="1307687" y="163802"/>
                </a:cubicBezTo>
                <a:cubicBezTo>
                  <a:pt x="1314236" y="166985"/>
                  <a:pt x="1321441" y="169390"/>
                  <a:pt x="1329302" y="171019"/>
                </a:cubicBezTo>
                <a:cubicBezTo>
                  <a:pt x="1337163" y="172647"/>
                  <a:pt x="1344506" y="173464"/>
                  <a:pt x="1351331" y="173470"/>
                </a:cubicBezTo>
                <a:cubicBezTo>
                  <a:pt x="1360072" y="173516"/>
                  <a:pt x="1366759" y="172250"/>
                  <a:pt x="1371392" y="169672"/>
                </a:cubicBezTo>
                <a:cubicBezTo>
                  <a:pt x="1376024" y="167094"/>
                  <a:pt x="1378361" y="162928"/>
                  <a:pt x="1378401" y="157173"/>
                </a:cubicBezTo>
                <a:cubicBezTo>
                  <a:pt x="1378332" y="152189"/>
                  <a:pt x="1376398" y="148345"/>
                  <a:pt x="1372600" y="145640"/>
                </a:cubicBezTo>
                <a:cubicBezTo>
                  <a:pt x="1368802" y="142936"/>
                  <a:pt x="1363554" y="140611"/>
                  <a:pt x="1356856" y="138666"/>
                </a:cubicBezTo>
                <a:lnTo>
                  <a:pt x="1342768" y="134246"/>
                </a:lnTo>
                <a:cubicBezTo>
                  <a:pt x="1329009" y="129821"/>
                  <a:pt x="1319306" y="123963"/>
                  <a:pt x="1313661" y="116671"/>
                </a:cubicBezTo>
                <a:cubicBezTo>
                  <a:pt x="1308015" y="109380"/>
                  <a:pt x="1305288" y="100691"/>
                  <a:pt x="1305478" y="90603"/>
                </a:cubicBezTo>
                <a:cubicBezTo>
                  <a:pt x="1305501" y="77781"/>
                  <a:pt x="1309943" y="67791"/>
                  <a:pt x="1318806" y="60632"/>
                </a:cubicBezTo>
                <a:cubicBezTo>
                  <a:pt x="1327668" y="53473"/>
                  <a:pt x="1340811" y="49836"/>
                  <a:pt x="1358237" y="49721"/>
                </a:cubicBezTo>
                <a:close/>
                <a:moveTo>
                  <a:pt x="1226687" y="49721"/>
                </a:moveTo>
                <a:cubicBezTo>
                  <a:pt x="1248250" y="50182"/>
                  <a:pt x="1264029" y="56374"/>
                  <a:pt x="1274025" y="68297"/>
                </a:cubicBezTo>
                <a:cubicBezTo>
                  <a:pt x="1284021" y="80221"/>
                  <a:pt x="1288958" y="95114"/>
                  <a:pt x="1288837" y="112977"/>
                </a:cubicBezTo>
                <a:cubicBezTo>
                  <a:pt x="1288837" y="117201"/>
                  <a:pt x="1288699" y="121183"/>
                  <a:pt x="1288423" y="124924"/>
                </a:cubicBezTo>
                <a:cubicBezTo>
                  <a:pt x="1288147" y="128664"/>
                  <a:pt x="1287733" y="132508"/>
                  <a:pt x="1287180" y="136456"/>
                </a:cubicBezTo>
                <a:lnTo>
                  <a:pt x="1190225" y="136456"/>
                </a:lnTo>
                <a:cubicBezTo>
                  <a:pt x="1192113" y="148731"/>
                  <a:pt x="1196762" y="157881"/>
                  <a:pt x="1204174" y="163906"/>
                </a:cubicBezTo>
                <a:cubicBezTo>
                  <a:pt x="1211586" y="169931"/>
                  <a:pt x="1222037" y="172935"/>
                  <a:pt x="1235526" y="172918"/>
                </a:cubicBezTo>
                <a:cubicBezTo>
                  <a:pt x="1243853" y="172912"/>
                  <a:pt x="1252128" y="172026"/>
                  <a:pt x="1260352" y="170259"/>
                </a:cubicBezTo>
                <a:cubicBezTo>
                  <a:pt x="1268575" y="168492"/>
                  <a:pt x="1276505" y="165880"/>
                  <a:pt x="1284142" y="162421"/>
                </a:cubicBezTo>
                <a:cubicBezTo>
                  <a:pt x="1283583" y="166507"/>
                  <a:pt x="1282904" y="170973"/>
                  <a:pt x="1282104" y="175818"/>
                </a:cubicBezTo>
                <a:cubicBezTo>
                  <a:pt x="1281305" y="180663"/>
                  <a:pt x="1280418" y="185405"/>
                  <a:pt x="1279446" y="190044"/>
                </a:cubicBezTo>
                <a:cubicBezTo>
                  <a:pt x="1272557" y="193191"/>
                  <a:pt x="1265410" y="195459"/>
                  <a:pt x="1258004" y="196846"/>
                </a:cubicBezTo>
                <a:cubicBezTo>
                  <a:pt x="1250598" y="198233"/>
                  <a:pt x="1242829" y="198912"/>
                  <a:pt x="1234697" y="198883"/>
                </a:cubicBezTo>
                <a:cubicBezTo>
                  <a:pt x="1209319" y="198693"/>
                  <a:pt x="1190398" y="192029"/>
                  <a:pt x="1177933" y="178891"/>
                </a:cubicBezTo>
                <a:cubicBezTo>
                  <a:pt x="1165468" y="165753"/>
                  <a:pt x="1159253" y="147281"/>
                  <a:pt x="1159288" y="123473"/>
                </a:cubicBezTo>
                <a:cubicBezTo>
                  <a:pt x="1159225" y="109606"/>
                  <a:pt x="1161469" y="97135"/>
                  <a:pt x="1166020" y="86060"/>
                </a:cubicBezTo>
                <a:cubicBezTo>
                  <a:pt x="1170570" y="74986"/>
                  <a:pt x="1177807" y="66198"/>
                  <a:pt x="1187729" y="59696"/>
                </a:cubicBezTo>
                <a:cubicBezTo>
                  <a:pt x="1197651" y="53195"/>
                  <a:pt x="1210637" y="49870"/>
                  <a:pt x="1226687" y="49721"/>
                </a:cubicBezTo>
                <a:close/>
                <a:moveTo>
                  <a:pt x="881987" y="49721"/>
                </a:moveTo>
                <a:cubicBezTo>
                  <a:pt x="890676" y="49704"/>
                  <a:pt x="898779" y="50222"/>
                  <a:pt x="906294" y="51275"/>
                </a:cubicBezTo>
                <a:cubicBezTo>
                  <a:pt x="913810" y="52328"/>
                  <a:pt x="920808" y="54020"/>
                  <a:pt x="927287" y="56351"/>
                </a:cubicBezTo>
                <a:cubicBezTo>
                  <a:pt x="927034" y="60316"/>
                  <a:pt x="926574" y="64263"/>
                  <a:pt x="925906" y="68194"/>
                </a:cubicBezTo>
                <a:cubicBezTo>
                  <a:pt x="925239" y="72124"/>
                  <a:pt x="924226" y="76279"/>
                  <a:pt x="922868" y="80659"/>
                </a:cubicBezTo>
                <a:cubicBezTo>
                  <a:pt x="916417" y="78604"/>
                  <a:pt x="909914" y="77119"/>
                  <a:pt x="903359" y="76204"/>
                </a:cubicBezTo>
                <a:cubicBezTo>
                  <a:pt x="896805" y="75289"/>
                  <a:pt x="889957" y="74841"/>
                  <a:pt x="882815" y="74858"/>
                </a:cubicBezTo>
                <a:cubicBezTo>
                  <a:pt x="873343" y="74933"/>
                  <a:pt x="866875" y="76302"/>
                  <a:pt x="863410" y="78967"/>
                </a:cubicBezTo>
                <a:cubicBezTo>
                  <a:pt x="859946" y="81631"/>
                  <a:pt x="858312" y="85141"/>
                  <a:pt x="858507" y="89498"/>
                </a:cubicBezTo>
                <a:cubicBezTo>
                  <a:pt x="858490" y="94504"/>
                  <a:pt x="860251" y="98510"/>
                  <a:pt x="863790" y="101514"/>
                </a:cubicBezTo>
                <a:cubicBezTo>
                  <a:pt x="867329" y="104517"/>
                  <a:pt x="872750" y="107142"/>
                  <a:pt x="880053" y="109386"/>
                </a:cubicBezTo>
                <a:lnTo>
                  <a:pt x="894693" y="114082"/>
                </a:lnTo>
                <a:cubicBezTo>
                  <a:pt x="907739" y="118104"/>
                  <a:pt x="917280" y="123456"/>
                  <a:pt x="923317" y="130137"/>
                </a:cubicBezTo>
                <a:cubicBezTo>
                  <a:pt x="929353" y="136819"/>
                  <a:pt x="932334" y="145554"/>
                  <a:pt x="932259" y="156344"/>
                </a:cubicBezTo>
                <a:cubicBezTo>
                  <a:pt x="932190" y="169114"/>
                  <a:pt x="927356" y="179346"/>
                  <a:pt x="917758" y="187040"/>
                </a:cubicBezTo>
                <a:cubicBezTo>
                  <a:pt x="908159" y="194734"/>
                  <a:pt x="894209" y="198681"/>
                  <a:pt x="875910" y="198883"/>
                </a:cubicBezTo>
                <a:cubicBezTo>
                  <a:pt x="865753" y="198906"/>
                  <a:pt x="856718" y="198169"/>
                  <a:pt x="848805" y="196673"/>
                </a:cubicBezTo>
                <a:cubicBezTo>
                  <a:pt x="840892" y="195177"/>
                  <a:pt x="833722" y="192783"/>
                  <a:pt x="827294" y="189491"/>
                </a:cubicBezTo>
                <a:cubicBezTo>
                  <a:pt x="827570" y="183863"/>
                  <a:pt x="828054" y="178960"/>
                  <a:pt x="828744" y="174782"/>
                </a:cubicBezTo>
                <a:cubicBezTo>
                  <a:pt x="829435" y="170604"/>
                  <a:pt x="830332" y="166944"/>
                  <a:pt x="831437" y="163802"/>
                </a:cubicBezTo>
                <a:cubicBezTo>
                  <a:pt x="837986" y="166985"/>
                  <a:pt x="845191" y="169390"/>
                  <a:pt x="853052" y="171019"/>
                </a:cubicBezTo>
                <a:cubicBezTo>
                  <a:pt x="860913" y="172647"/>
                  <a:pt x="868256" y="173464"/>
                  <a:pt x="875081" y="173470"/>
                </a:cubicBezTo>
                <a:cubicBezTo>
                  <a:pt x="883822" y="173516"/>
                  <a:pt x="890509" y="172250"/>
                  <a:pt x="895142" y="169672"/>
                </a:cubicBezTo>
                <a:cubicBezTo>
                  <a:pt x="899774" y="167094"/>
                  <a:pt x="902111" y="162928"/>
                  <a:pt x="902151" y="157173"/>
                </a:cubicBezTo>
                <a:cubicBezTo>
                  <a:pt x="902082" y="152189"/>
                  <a:pt x="900148" y="148345"/>
                  <a:pt x="896350" y="145640"/>
                </a:cubicBezTo>
                <a:cubicBezTo>
                  <a:pt x="892552" y="142936"/>
                  <a:pt x="887304" y="140611"/>
                  <a:pt x="880605" y="138666"/>
                </a:cubicBezTo>
                <a:lnTo>
                  <a:pt x="866518" y="134246"/>
                </a:lnTo>
                <a:cubicBezTo>
                  <a:pt x="852758" y="129821"/>
                  <a:pt x="843056" y="123963"/>
                  <a:pt x="837411" y="116671"/>
                </a:cubicBezTo>
                <a:cubicBezTo>
                  <a:pt x="831765" y="109380"/>
                  <a:pt x="829038" y="100691"/>
                  <a:pt x="829228" y="90603"/>
                </a:cubicBezTo>
                <a:cubicBezTo>
                  <a:pt x="829251" y="77781"/>
                  <a:pt x="833693" y="67791"/>
                  <a:pt x="842555" y="60632"/>
                </a:cubicBezTo>
                <a:cubicBezTo>
                  <a:pt x="851418" y="53473"/>
                  <a:pt x="864561" y="49836"/>
                  <a:pt x="881987" y="49721"/>
                </a:cubicBezTo>
                <a:close/>
                <a:moveTo>
                  <a:pt x="750437" y="49721"/>
                </a:moveTo>
                <a:cubicBezTo>
                  <a:pt x="772000" y="50182"/>
                  <a:pt x="787779" y="56374"/>
                  <a:pt x="797775" y="68297"/>
                </a:cubicBezTo>
                <a:cubicBezTo>
                  <a:pt x="807771" y="80221"/>
                  <a:pt x="812708" y="95114"/>
                  <a:pt x="812587" y="112977"/>
                </a:cubicBezTo>
                <a:cubicBezTo>
                  <a:pt x="812587" y="117201"/>
                  <a:pt x="812449" y="121183"/>
                  <a:pt x="812173" y="124924"/>
                </a:cubicBezTo>
                <a:cubicBezTo>
                  <a:pt x="811897" y="128664"/>
                  <a:pt x="811482" y="132508"/>
                  <a:pt x="810930" y="136456"/>
                </a:cubicBezTo>
                <a:lnTo>
                  <a:pt x="713975" y="136456"/>
                </a:lnTo>
                <a:cubicBezTo>
                  <a:pt x="715863" y="148731"/>
                  <a:pt x="720512" y="157881"/>
                  <a:pt x="727924" y="163906"/>
                </a:cubicBezTo>
                <a:cubicBezTo>
                  <a:pt x="735337" y="169931"/>
                  <a:pt x="745787" y="172935"/>
                  <a:pt x="759276" y="172918"/>
                </a:cubicBezTo>
                <a:cubicBezTo>
                  <a:pt x="767603" y="172912"/>
                  <a:pt x="775878" y="172026"/>
                  <a:pt x="784102" y="170259"/>
                </a:cubicBezTo>
                <a:cubicBezTo>
                  <a:pt x="792325" y="168492"/>
                  <a:pt x="800255" y="165880"/>
                  <a:pt x="807891" y="162421"/>
                </a:cubicBezTo>
                <a:cubicBezTo>
                  <a:pt x="807333" y="166507"/>
                  <a:pt x="806654" y="170973"/>
                  <a:pt x="805854" y="175818"/>
                </a:cubicBezTo>
                <a:cubicBezTo>
                  <a:pt x="805054" y="180663"/>
                  <a:pt x="804168" y="185405"/>
                  <a:pt x="803196" y="190044"/>
                </a:cubicBezTo>
                <a:cubicBezTo>
                  <a:pt x="796307" y="193191"/>
                  <a:pt x="789160" y="195459"/>
                  <a:pt x="781754" y="196846"/>
                </a:cubicBezTo>
                <a:cubicBezTo>
                  <a:pt x="774347" y="198233"/>
                  <a:pt x="766579" y="198912"/>
                  <a:pt x="758447" y="198883"/>
                </a:cubicBezTo>
                <a:cubicBezTo>
                  <a:pt x="733069" y="198693"/>
                  <a:pt x="714148" y="192029"/>
                  <a:pt x="701683" y="178891"/>
                </a:cubicBezTo>
                <a:cubicBezTo>
                  <a:pt x="689218" y="165753"/>
                  <a:pt x="683003" y="147281"/>
                  <a:pt x="683038" y="123473"/>
                </a:cubicBezTo>
                <a:cubicBezTo>
                  <a:pt x="682975" y="109606"/>
                  <a:pt x="685219" y="97135"/>
                  <a:pt x="689769" y="86060"/>
                </a:cubicBezTo>
                <a:cubicBezTo>
                  <a:pt x="694320" y="74986"/>
                  <a:pt x="701557" y="66198"/>
                  <a:pt x="711479" y="59696"/>
                </a:cubicBezTo>
                <a:cubicBezTo>
                  <a:pt x="721401" y="53195"/>
                  <a:pt x="734387" y="49870"/>
                  <a:pt x="750437" y="49721"/>
                </a:cubicBezTo>
                <a:close/>
                <a:moveTo>
                  <a:pt x="525285" y="49721"/>
                </a:moveTo>
                <a:cubicBezTo>
                  <a:pt x="551302" y="49859"/>
                  <a:pt x="570534" y="56213"/>
                  <a:pt x="582981" y="68781"/>
                </a:cubicBezTo>
                <a:cubicBezTo>
                  <a:pt x="595429" y="81349"/>
                  <a:pt x="601609" y="99304"/>
                  <a:pt x="601523" y="122645"/>
                </a:cubicBezTo>
                <a:cubicBezTo>
                  <a:pt x="601437" y="147091"/>
                  <a:pt x="595049" y="165874"/>
                  <a:pt x="582360" y="178995"/>
                </a:cubicBezTo>
                <a:cubicBezTo>
                  <a:pt x="569671" y="192115"/>
                  <a:pt x="551198" y="198745"/>
                  <a:pt x="526942" y="198883"/>
                </a:cubicBezTo>
                <a:cubicBezTo>
                  <a:pt x="517597" y="198837"/>
                  <a:pt x="509494" y="197824"/>
                  <a:pt x="502634" y="195844"/>
                </a:cubicBezTo>
                <a:lnTo>
                  <a:pt x="502634" y="248603"/>
                </a:lnTo>
                <a:lnTo>
                  <a:pt x="472250" y="248603"/>
                </a:lnTo>
                <a:lnTo>
                  <a:pt x="472250" y="57456"/>
                </a:lnTo>
                <a:cubicBezTo>
                  <a:pt x="479587" y="55200"/>
                  <a:pt x="487908" y="53358"/>
                  <a:pt x="497213" y="51931"/>
                </a:cubicBezTo>
                <a:cubicBezTo>
                  <a:pt x="506519" y="50504"/>
                  <a:pt x="515876" y="49767"/>
                  <a:pt x="525285" y="49721"/>
                </a:cubicBezTo>
                <a:close/>
                <a:moveTo>
                  <a:pt x="283988" y="49721"/>
                </a:moveTo>
                <a:cubicBezTo>
                  <a:pt x="293788" y="49704"/>
                  <a:pt x="302432" y="50567"/>
                  <a:pt x="309919" y="52311"/>
                </a:cubicBezTo>
                <a:cubicBezTo>
                  <a:pt x="317405" y="54055"/>
                  <a:pt x="323770" y="56782"/>
                  <a:pt x="329013" y="60494"/>
                </a:cubicBezTo>
                <a:cubicBezTo>
                  <a:pt x="336925" y="57024"/>
                  <a:pt x="344924" y="54365"/>
                  <a:pt x="353010" y="52518"/>
                </a:cubicBezTo>
                <a:cubicBezTo>
                  <a:pt x="361095" y="50671"/>
                  <a:pt x="369025" y="49739"/>
                  <a:pt x="376800" y="49721"/>
                </a:cubicBezTo>
                <a:cubicBezTo>
                  <a:pt x="399813" y="49842"/>
                  <a:pt x="416006" y="54503"/>
                  <a:pt x="425381" y="63705"/>
                </a:cubicBezTo>
                <a:cubicBezTo>
                  <a:pt x="434755" y="72907"/>
                  <a:pt x="439278" y="85924"/>
                  <a:pt x="438950" y="102757"/>
                </a:cubicBezTo>
                <a:lnTo>
                  <a:pt x="438950" y="195568"/>
                </a:lnTo>
                <a:lnTo>
                  <a:pt x="408565" y="195568"/>
                </a:lnTo>
                <a:lnTo>
                  <a:pt x="408565" y="107176"/>
                </a:lnTo>
                <a:cubicBezTo>
                  <a:pt x="408715" y="96800"/>
                  <a:pt x="406137" y="88963"/>
                  <a:pt x="400831" y="83662"/>
                </a:cubicBezTo>
                <a:cubicBezTo>
                  <a:pt x="395525" y="78362"/>
                  <a:pt x="386594" y="75704"/>
                  <a:pt x="374037" y="75686"/>
                </a:cubicBezTo>
                <a:cubicBezTo>
                  <a:pt x="369031" y="75698"/>
                  <a:pt x="363990" y="76227"/>
                  <a:pt x="358914" y="77275"/>
                </a:cubicBezTo>
                <a:cubicBezTo>
                  <a:pt x="353838" y="78322"/>
                  <a:pt x="348935" y="79818"/>
                  <a:pt x="344205" y="81763"/>
                </a:cubicBezTo>
                <a:cubicBezTo>
                  <a:pt x="346093" y="87794"/>
                  <a:pt x="347013" y="94792"/>
                  <a:pt x="346967" y="102757"/>
                </a:cubicBezTo>
                <a:lnTo>
                  <a:pt x="346967" y="195568"/>
                </a:lnTo>
                <a:lnTo>
                  <a:pt x="316582" y="195568"/>
                </a:lnTo>
                <a:lnTo>
                  <a:pt x="316582" y="106900"/>
                </a:lnTo>
                <a:cubicBezTo>
                  <a:pt x="316738" y="96657"/>
                  <a:pt x="314079" y="88899"/>
                  <a:pt x="308607" y="83628"/>
                </a:cubicBezTo>
                <a:cubicBezTo>
                  <a:pt x="303134" y="78357"/>
                  <a:pt x="293915" y="75710"/>
                  <a:pt x="280949" y="75686"/>
                </a:cubicBezTo>
                <a:cubicBezTo>
                  <a:pt x="276639" y="75686"/>
                  <a:pt x="272277" y="75894"/>
                  <a:pt x="267863" y="76308"/>
                </a:cubicBezTo>
                <a:cubicBezTo>
                  <a:pt x="263449" y="76722"/>
                  <a:pt x="259156" y="77344"/>
                  <a:pt x="254984" y="78173"/>
                </a:cubicBezTo>
                <a:lnTo>
                  <a:pt x="254984" y="195568"/>
                </a:lnTo>
                <a:lnTo>
                  <a:pt x="224600" y="195568"/>
                </a:lnTo>
                <a:lnTo>
                  <a:pt x="224600" y="57456"/>
                </a:lnTo>
                <a:cubicBezTo>
                  <a:pt x="234360" y="55079"/>
                  <a:pt x="244327" y="53203"/>
                  <a:pt x="254501" y="51828"/>
                </a:cubicBezTo>
                <a:cubicBezTo>
                  <a:pt x="264675" y="50452"/>
                  <a:pt x="274504" y="49750"/>
                  <a:pt x="283988" y="49721"/>
                </a:cubicBezTo>
                <a:close/>
                <a:moveTo>
                  <a:pt x="1068353" y="28452"/>
                </a:moveTo>
                <a:cubicBezTo>
                  <a:pt x="1064998" y="28435"/>
                  <a:pt x="1061418" y="28538"/>
                  <a:pt x="1057614" y="28763"/>
                </a:cubicBezTo>
                <a:cubicBezTo>
                  <a:pt x="1053811" y="28987"/>
                  <a:pt x="1050024" y="29436"/>
                  <a:pt x="1046255" y="30109"/>
                </a:cubicBezTo>
                <a:lnTo>
                  <a:pt x="1046255" y="101375"/>
                </a:lnTo>
                <a:lnTo>
                  <a:pt x="1069458" y="101375"/>
                </a:lnTo>
                <a:cubicBezTo>
                  <a:pt x="1084615" y="101312"/>
                  <a:pt x="1095872" y="98193"/>
                  <a:pt x="1103226" y="92018"/>
                </a:cubicBezTo>
                <a:cubicBezTo>
                  <a:pt x="1110581" y="85844"/>
                  <a:pt x="1114241" y="76993"/>
                  <a:pt x="1114206" y="65466"/>
                </a:cubicBezTo>
                <a:cubicBezTo>
                  <a:pt x="1114264" y="52927"/>
                  <a:pt x="1110558" y="43616"/>
                  <a:pt x="1103088" y="37533"/>
                </a:cubicBezTo>
                <a:cubicBezTo>
                  <a:pt x="1095618" y="31450"/>
                  <a:pt x="1084040" y="28423"/>
                  <a:pt x="1068353" y="28452"/>
                </a:cubicBezTo>
                <a:close/>
                <a:moveTo>
                  <a:pt x="2396728" y="2211"/>
                </a:moveTo>
                <a:lnTo>
                  <a:pt x="2396728" y="54417"/>
                </a:lnTo>
                <a:lnTo>
                  <a:pt x="2444791" y="54417"/>
                </a:lnTo>
                <a:cubicBezTo>
                  <a:pt x="2444285" y="63763"/>
                  <a:pt x="2443364" y="72418"/>
                  <a:pt x="2442029" y="80382"/>
                </a:cubicBezTo>
                <a:lnTo>
                  <a:pt x="2396728" y="80382"/>
                </a:lnTo>
                <a:lnTo>
                  <a:pt x="2396728" y="148057"/>
                </a:lnTo>
                <a:cubicBezTo>
                  <a:pt x="2396792" y="156948"/>
                  <a:pt x="2398875" y="163336"/>
                  <a:pt x="2402978" y="167221"/>
                </a:cubicBezTo>
                <a:cubicBezTo>
                  <a:pt x="2407081" y="171105"/>
                  <a:pt x="2412824" y="173004"/>
                  <a:pt x="2420207" y="172918"/>
                </a:cubicBezTo>
                <a:cubicBezTo>
                  <a:pt x="2424650" y="172900"/>
                  <a:pt x="2428885" y="172521"/>
                  <a:pt x="2432914" y="171778"/>
                </a:cubicBezTo>
                <a:cubicBezTo>
                  <a:pt x="2436942" y="171036"/>
                  <a:pt x="2440625" y="170035"/>
                  <a:pt x="2443963" y="168774"/>
                </a:cubicBezTo>
                <a:cubicBezTo>
                  <a:pt x="2443554" y="172969"/>
                  <a:pt x="2443059" y="177285"/>
                  <a:pt x="2442478" y="181722"/>
                </a:cubicBezTo>
                <a:cubicBezTo>
                  <a:pt x="2441897" y="186159"/>
                  <a:pt x="2441195" y="190406"/>
                  <a:pt x="2440372" y="194463"/>
                </a:cubicBezTo>
                <a:cubicBezTo>
                  <a:pt x="2436211" y="196098"/>
                  <a:pt x="2431964" y="197249"/>
                  <a:pt x="2427631" y="197916"/>
                </a:cubicBezTo>
                <a:cubicBezTo>
                  <a:pt x="2423298" y="198584"/>
                  <a:pt x="2418982" y="198906"/>
                  <a:pt x="2414683" y="198883"/>
                </a:cubicBezTo>
                <a:cubicBezTo>
                  <a:pt x="2399738" y="199021"/>
                  <a:pt x="2387987" y="195361"/>
                  <a:pt x="2379430" y="187903"/>
                </a:cubicBezTo>
                <a:cubicBezTo>
                  <a:pt x="2370872" y="180445"/>
                  <a:pt x="2366510" y="168360"/>
                  <a:pt x="2366344" y="151648"/>
                </a:cubicBezTo>
                <a:lnTo>
                  <a:pt x="2366344" y="6630"/>
                </a:lnTo>
                <a:cubicBezTo>
                  <a:pt x="2371131" y="5117"/>
                  <a:pt x="2376196" y="4000"/>
                  <a:pt x="2381536" y="3281"/>
                </a:cubicBezTo>
                <a:cubicBezTo>
                  <a:pt x="2386876" y="2562"/>
                  <a:pt x="2391940" y="2205"/>
                  <a:pt x="2396728" y="2211"/>
                </a:cubicBezTo>
                <a:close/>
                <a:moveTo>
                  <a:pt x="2052742" y="2211"/>
                </a:moveTo>
                <a:lnTo>
                  <a:pt x="2052742" y="138942"/>
                </a:lnTo>
                <a:cubicBezTo>
                  <a:pt x="2052737" y="158266"/>
                  <a:pt x="2047776" y="172722"/>
                  <a:pt x="2037861" y="182309"/>
                </a:cubicBezTo>
                <a:cubicBezTo>
                  <a:pt x="2027945" y="191897"/>
                  <a:pt x="2013110" y="196685"/>
                  <a:pt x="1993354" y="196673"/>
                </a:cubicBezTo>
                <a:cubicBezTo>
                  <a:pt x="1990120" y="196662"/>
                  <a:pt x="1986713" y="196477"/>
                  <a:pt x="1983134" y="196121"/>
                </a:cubicBezTo>
                <a:cubicBezTo>
                  <a:pt x="1979554" y="195764"/>
                  <a:pt x="1976148" y="195303"/>
                  <a:pt x="1972913" y="194739"/>
                </a:cubicBezTo>
                <a:cubicBezTo>
                  <a:pt x="1973057" y="190222"/>
                  <a:pt x="1973322" y="185584"/>
                  <a:pt x="1973708" y="180825"/>
                </a:cubicBezTo>
                <a:cubicBezTo>
                  <a:pt x="1974093" y="176066"/>
                  <a:pt x="1974565" y="171772"/>
                  <a:pt x="1975123" y="167946"/>
                </a:cubicBezTo>
                <a:cubicBezTo>
                  <a:pt x="1977908" y="168498"/>
                  <a:pt x="1980832" y="168912"/>
                  <a:pt x="1983893" y="169189"/>
                </a:cubicBezTo>
                <a:cubicBezTo>
                  <a:pt x="1986955" y="169465"/>
                  <a:pt x="1990016" y="169603"/>
                  <a:pt x="1993078" y="169603"/>
                </a:cubicBezTo>
                <a:cubicBezTo>
                  <a:pt x="2002976" y="169695"/>
                  <a:pt x="2010250" y="167025"/>
                  <a:pt x="2014900" y="161592"/>
                </a:cubicBezTo>
                <a:cubicBezTo>
                  <a:pt x="2019549" y="156160"/>
                  <a:pt x="2021851" y="147413"/>
                  <a:pt x="2021805" y="135351"/>
                </a:cubicBezTo>
                <a:lnTo>
                  <a:pt x="2021805" y="6630"/>
                </a:lnTo>
                <a:cubicBezTo>
                  <a:pt x="2025891" y="5479"/>
                  <a:pt x="2030840" y="4466"/>
                  <a:pt x="2036652" y="3592"/>
                </a:cubicBezTo>
                <a:cubicBezTo>
                  <a:pt x="2042465" y="2717"/>
                  <a:pt x="2047828" y="2257"/>
                  <a:pt x="2052742" y="2211"/>
                </a:cubicBezTo>
                <a:close/>
                <a:moveTo>
                  <a:pt x="1902809" y="2211"/>
                </a:moveTo>
                <a:lnTo>
                  <a:pt x="1902809" y="195568"/>
                </a:lnTo>
                <a:lnTo>
                  <a:pt x="1872425" y="195568"/>
                </a:lnTo>
                <a:lnTo>
                  <a:pt x="1872425" y="6630"/>
                </a:lnTo>
                <a:cubicBezTo>
                  <a:pt x="1876487" y="5479"/>
                  <a:pt x="1881344" y="4466"/>
                  <a:pt x="1886996" y="3592"/>
                </a:cubicBezTo>
                <a:cubicBezTo>
                  <a:pt x="1892647" y="2717"/>
                  <a:pt x="1897918" y="2257"/>
                  <a:pt x="1902809" y="2211"/>
                </a:cubicBezTo>
                <a:close/>
                <a:moveTo>
                  <a:pt x="655034" y="2211"/>
                </a:moveTo>
                <a:lnTo>
                  <a:pt x="655034" y="195568"/>
                </a:lnTo>
                <a:lnTo>
                  <a:pt x="624650" y="195568"/>
                </a:lnTo>
                <a:lnTo>
                  <a:pt x="624650" y="6630"/>
                </a:lnTo>
                <a:cubicBezTo>
                  <a:pt x="628712" y="5479"/>
                  <a:pt x="633569" y="4466"/>
                  <a:pt x="639220" y="3592"/>
                </a:cubicBezTo>
                <a:cubicBezTo>
                  <a:pt x="644872" y="2717"/>
                  <a:pt x="650143" y="2257"/>
                  <a:pt x="655034" y="2211"/>
                </a:cubicBezTo>
                <a:close/>
                <a:moveTo>
                  <a:pt x="1067248" y="1382"/>
                </a:moveTo>
                <a:cubicBezTo>
                  <a:pt x="1087086" y="1532"/>
                  <a:pt x="1102746" y="4393"/>
                  <a:pt x="1114226" y="9965"/>
                </a:cubicBezTo>
                <a:cubicBezTo>
                  <a:pt x="1125707" y="15538"/>
                  <a:pt x="1133857" y="22921"/>
                  <a:pt x="1138677" y="32115"/>
                </a:cubicBezTo>
                <a:cubicBezTo>
                  <a:pt x="1143498" y="41308"/>
                  <a:pt x="1145837" y="51413"/>
                  <a:pt x="1145696" y="62428"/>
                </a:cubicBezTo>
                <a:cubicBezTo>
                  <a:pt x="1145540" y="83283"/>
                  <a:pt x="1138876" y="99373"/>
                  <a:pt x="1125704" y="110698"/>
                </a:cubicBezTo>
                <a:cubicBezTo>
                  <a:pt x="1112531" y="122023"/>
                  <a:pt x="1093783" y="127755"/>
                  <a:pt x="1069458" y="127893"/>
                </a:cubicBezTo>
                <a:lnTo>
                  <a:pt x="1046255" y="127893"/>
                </a:lnTo>
                <a:lnTo>
                  <a:pt x="1046255" y="195292"/>
                </a:lnTo>
                <a:lnTo>
                  <a:pt x="1015317" y="195292"/>
                </a:lnTo>
                <a:lnTo>
                  <a:pt x="1015317" y="6906"/>
                </a:lnTo>
                <a:cubicBezTo>
                  <a:pt x="1022298" y="5347"/>
                  <a:pt x="1030435" y="4046"/>
                  <a:pt x="1039729" y="3005"/>
                </a:cubicBezTo>
                <a:cubicBezTo>
                  <a:pt x="1049023" y="1963"/>
                  <a:pt x="1058196" y="1422"/>
                  <a:pt x="1067248" y="1382"/>
                </a:cubicBezTo>
                <a:close/>
                <a:moveTo>
                  <a:pt x="173117" y="1106"/>
                </a:moveTo>
                <a:cubicBezTo>
                  <a:pt x="178613" y="1215"/>
                  <a:pt x="183090" y="2999"/>
                  <a:pt x="186549" y="6458"/>
                </a:cubicBezTo>
                <a:cubicBezTo>
                  <a:pt x="190007" y="9916"/>
                  <a:pt x="191791" y="14393"/>
                  <a:pt x="191900" y="19889"/>
                </a:cubicBezTo>
                <a:cubicBezTo>
                  <a:pt x="191791" y="25385"/>
                  <a:pt x="190007" y="29862"/>
                  <a:pt x="186549" y="33320"/>
                </a:cubicBezTo>
                <a:cubicBezTo>
                  <a:pt x="183090" y="36779"/>
                  <a:pt x="178613" y="38563"/>
                  <a:pt x="173117" y="38672"/>
                </a:cubicBezTo>
                <a:cubicBezTo>
                  <a:pt x="167489" y="38563"/>
                  <a:pt x="162931" y="36779"/>
                  <a:pt x="159444" y="33320"/>
                </a:cubicBezTo>
                <a:cubicBezTo>
                  <a:pt x="155957" y="29862"/>
                  <a:pt x="154161" y="25385"/>
                  <a:pt x="154057" y="19889"/>
                </a:cubicBezTo>
                <a:cubicBezTo>
                  <a:pt x="154161" y="14393"/>
                  <a:pt x="155957" y="9916"/>
                  <a:pt x="159444" y="6458"/>
                </a:cubicBezTo>
                <a:cubicBezTo>
                  <a:pt x="162931" y="2999"/>
                  <a:pt x="167489" y="1215"/>
                  <a:pt x="173117" y="1106"/>
                </a:cubicBezTo>
                <a:close/>
                <a:moveTo>
                  <a:pt x="68228" y="1"/>
                </a:moveTo>
                <a:cubicBezTo>
                  <a:pt x="77205" y="-11"/>
                  <a:pt x="85906" y="634"/>
                  <a:pt x="94331" y="1934"/>
                </a:cubicBezTo>
                <a:cubicBezTo>
                  <a:pt x="102756" y="3235"/>
                  <a:pt x="110905" y="5261"/>
                  <a:pt x="118777" y="8011"/>
                </a:cubicBezTo>
                <a:cubicBezTo>
                  <a:pt x="118357" y="13496"/>
                  <a:pt x="117678" y="18479"/>
                  <a:pt x="116740" y="22962"/>
                </a:cubicBezTo>
                <a:cubicBezTo>
                  <a:pt x="115802" y="27445"/>
                  <a:pt x="114639" y="31669"/>
                  <a:pt x="113252" y="35634"/>
                </a:cubicBezTo>
                <a:cubicBezTo>
                  <a:pt x="105633" y="32883"/>
                  <a:pt x="97807" y="30857"/>
                  <a:pt x="89773" y="29557"/>
                </a:cubicBezTo>
                <a:cubicBezTo>
                  <a:pt x="81740" y="28256"/>
                  <a:pt x="74466" y="27612"/>
                  <a:pt x="67951" y="27623"/>
                </a:cubicBezTo>
                <a:cubicBezTo>
                  <a:pt x="55976" y="27710"/>
                  <a:pt x="47125" y="29885"/>
                  <a:pt x="41399" y="34149"/>
                </a:cubicBezTo>
                <a:cubicBezTo>
                  <a:pt x="35673" y="38413"/>
                  <a:pt x="32831" y="44249"/>
                  <a:pt x="32871" y="51655"/>
                </a:cubicBezTo>
                <a:cubicBezTo>
                  <a:pt x="32917" y="58710"/>
                  <a:pt x="35518" y="64626"/>
                  <a:pt x="40674" y="69402"/>
                </a:cubicBezTo>
                <a:cubicBezTo>
                  <a:pt x="45831" y="74179"/>
                  <a:pt x="53266" y="78575"/>
                  <a:pt x="62980" y="82592"/>
                </a:cubicBezTo>
                <a:lnTo>
                  <a:pt x="77896" y="88945"/>
                </a:lnTo>
                <a:cubicBezTo>
                  <a:pt x="95315" y="96190"/>
                  <a:pt x="107987" y="104282"/>
                  <a:pt x="115911" y="113219"/>
                </a:cubicBezTo>
                <a:cubicBezTo>
                  <a:pt x="123835" y="122156"/>
                  <a:pt x="127737" y="133216"/>
                  <a:pt x="127616" y="146400"/>
                </a:cubicBezTo>
                <a:cubicBezTo>
                  <a:pt x="127593" y="162530"/>
                  <a:pt x="121631" y="175432"/>
                  <a:pt x="109731" y="185106"/>
                </a:cubicBezTo>
                <a:cubicBezTo>
                  <a:pt x="97830" y="194780"/>
                  <a:pt x="80128" y="199740"/>
                  <a:pt x="56626" y="199988"/>
                </a:cubicBezTo>
                <a:cubicBezTo>
                  <a:pt x="45324" y="199999"/>
                  <a:pt x="34989" y="199148"/>
                  <a:pt x="25620" y="197433"/>
                </a:cubicBezTo>
                <a:cubicBezTo>
                  <a:pt x="16251" y="195718"/>
                  <a:pt x="7712" y="193071"/>
                  <a:pt x="0" y="189491"/>
                </a:cubicBezTo>
                <a:cubicBezTo>
                  <a:pt x="271" y="183926"/>
                  <a:pt x="835" y="178966"/>
                  <a:pt x="1692" y="174610"/>
                </a:cubicBezTo>
                <a:cubicBezTo>
                  <a:pt x="2550" y="170253"/>
                  <a:pt x="3735" y="165914"/>
                  <a:pt x="5248" y="161592"/>
                </a:cubicBezTo>
                <a:cubicBezTo>
                  <a:pt x="13173" y="165183"/>
                  <a:pt x="21632" y="167877"/>
                  <a:pt x="30627" y="169672"/>
                </a:cubicBezTo>
                <a:cubicBezTo>
                  <a:pt x="39621" y="171467"/>
                  <a:pt x="48011" y="172365"/>
                  <a:pt x="55798" y="172365"/>
                </a:cubicBezTo>
                <a:cubicBezTo>
                  <a:pt x="68705" y="172359"/>
                  <a:pt x="78592" y="170299"/>
                  <a:pt x="85457" y="166185"/>
                </a:cubicBezTo>
                <a:cubicBezTo>
                  <a:pt x="92323" y="162070"/>
                  <a:pt x="95787" y="155936"/>
                  <a:pt x="95850" y="147781"/>
                </a:cubicBezTo>
                <a:cubicBezTo>
                  <a:pt x="95954" y="140030"/>
                  <a:pt x="93123" y="133642"/>
                  <a:pt x="87356" y="128618"/>
                </a:cubicBezTo>
                <a:cubicBezTo>
                  <a:pt x="81590" y="123594"/>
                  <a:pt x="72268" y="118381"/>
                  <a:pt x="59389" y="112977"/>
                </a:cubicBezTo>
                <a:lnTo>
                  <a:pt x="45301" y="106900"/>
                </a:lnTo>
                <a:cubicBezTo>
                  <a:pt x="32123" y="101473"/>
                  <a:pt x="21603" y="94510"/>
                  <a:pt x="13742" y="86010"/>
                </a:cubicBezTo>
                <a:cubicBezTo>
                  <a:pt x="5882" y="77511"/>
                  <a:pt x="1853" y="66059"/>
                  <a:pt x="1658" y="51655"/>
                </a:cubicBezTo>
                <a:cubicBezTo>
                  <a:pt x="1635" y="35726"/>
                  <a:pt x="7136" y="23181"/>
                  <a:pt x="18162" y="14019"/>
                </a:cubicBezTo>
                <a:cubicBezTo>
                  <a:pt x="29188" y="4858"/>
                  <a:pt x="45876" y="185"/>
                  <a:pt x="68228" y="1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3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sz="2200" dirty="0">
              <a:solidFill>
                <a:srgbClr val="FF0000"/>
              </a:solidFill>
              <a:latin typeface="Santander Logo" panose="020B050402020101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1639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2E055347-6E82-ED40-7C2A-63A421397B31}"/>
              </a:ext>
            </a:extLst>
          </p:cNvPr>
          <p:cNvSpPr/>
          <p:nvPr userDrawn="1"/>
        </p:nvSpPr>
        <p:spPr>
          <a:xfrm>
            <a:off x="0" y="0"/>
            <a:ext cx="12192000" cy="840509"/>
          </a:xfrm>
          <a:prstGeom prst="rect">
            <a:avLst/>
          </a:prstGeom>
          <a:solidFill>
            <a:srgbClr val="FEC8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7769D3F-AED7-1CFC-F22C-5A3A1F6E9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3EB7915-AB94-63EE-5FA6-8A2D6B0C76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9C8B856-998C-FD18-9769-CC6320C2C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F2B11-5868-4F05-8808-EBBFF73639BA}" type="datetimeFigureOut">
              <a:rPr lang="pt-BR" smtClean="0"/>
              <a:t>04/09/2026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B76E65-1465-8DA2-0EC7-3A8ED0171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CEA1247-6AB8-2C21-3C3A-253DEC6FE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11474" y="6356350"/>
            <a:ext cx="2743200" cy="365125"/>
          </a:xfrm>
        </p:spPr>
        <p:txBody>
          <a:bodyPr/>
          <a:lstStyle/>
          <a:p>
            <a:fld id="{5F238043-EAEC-48C0-AE64-E4CDE9AA28D0}" type="slidenum">
              <a:rPr lang="pt-BR" smtClean="0"/>
              <a:t>‹nº›</a:t>
            </a:fld>
            <a:endParaRPr lang="pt-BR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878176CC-846D-E870-3B7A-24745C7AEA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8458" y="6524958"/>
            <a:ext cx="1560951" cy="249422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333B7F6D-7C60-062F-1423-A289A1ADAA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45897"/>
          <a:stretch/>
        </p:blipFill>
        <p:spPr>
          <a:xfrm>
            <a:off x="11737264" y="1"/>
            <a:ext cx="454736" cy="840508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8361005E-C57D-36B4-47AE-8F46CA394A9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V="1">
            <a:off x="10667457" y="286846"/>
            <a:ext cx="339087" cy="330044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9C89579E-2F35-0F68-D321-64A3F838868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flipV="1">
            <a:off x="11182513" y="321167"/>
            <a:ext cx="269787" cy="269787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858A7E95-953B-9B6A-9BB8-61270D23C6BF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flipV="1">
            <a:off x="10143988" y="284270"/>
            <a:ext cx="330043" cy="334565"/>
          </a:xfrm>
          <a:prstGeom prst="rect">
            <a:avLst/>
          </a:prstGeom>
        </p:spPr>
      </p:pic>
      <p:pic>
        <p:nvPicPr>
          <p:cNvPr id="18" name="Gráfico 17">
            <a:extLst>
              <a:ext uri="{FF2B5EF4-FFF2-40B4-BE49-F238E27FC236}">
                <a16:creationId xmlns:a16="http://schemas.microsoft.com/office/drawing/2014/main" id="{5FD43D76-96C2-279C-75A1-16711684CBE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b="-426"/>
          <a:stretch/>
        </p:blipFill>
        <p:spPr>
          <a:xfrm rot="5400000">
            <a:off x="-1319664" y="4614189"/>
            <a:ext cx="4468587" cy="4487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3952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65561D-EA22-7A83-89CA-111E24AD2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E167473-4B3F-DACB-7521-D7EFF06EB5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C3B517A-E256-3381-F4D8-B1E36BBE5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F2B11-5868-4F05-8808-EBBFF73639BA}" type="datetimeFigureOut">
              <a:rPr lang="pt-BR" smtClean="0"/>
              <a:t>04/09/2026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D9D0156-68A1-A348-9E75-AED1544D6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3A1A5FC-682B-FFF4-E2DE-E36B5802D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38043-EAEC-48C0-AE64-E4CDE9AA28D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0241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 dirty="0"/>
              <a:t>Clique para editar o estilo de título do Modelo Global</a:t>
            </a:r>
            <a:endParaRPr lang="es-E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 dirty="0"/>
              <a:t>Editar os estilos de texto do Modelo Global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6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6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6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D97B6-E32F-4D7D-B839-7C3B51F2640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0468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</p:sldLayoutIdLst>
  <p:hf hdr="0" ftr="0" dt="0"/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7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6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g"/><Relationship Id="rId3" Type="http://schemas.openxmlformats.org/officeDocument/2006/relationships/image" Target="../media/image22.svg"/><Relationship Id="rId7" Type="http://schemas.openxmlformats.org/officeDocument/2006/relationships/image" Target="../media/image26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Relationship Id="rId9" Type="http://schemas.openxmlformats.org/officeDocument/2006/relationships/image" Target="../media/image28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0.svg"/><Relationship Id="rId7" Type="http://schemas.openxmlformats.org/officeDocument/2006/relationships/image" Target="../media/image34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png"/><Relationship Id="rId11" Type="http://schemas.openxmlformats.org/officeDocument/2006/relationships/image" Target="../media/image36.svg"/><Relationship Id="rId5" Type="http://schemas.openxmlformats.org/officeDocument/2006/relationships/image" Target="../media/image32.svg"/><Relationship Id="rId10" Type="http://schemas.openxmlformats.org/officeDocument/2006/relationships/image" Target="../media/image35.png"/><Relationship Id="rId4" Type="http://schemas.openxmlformats.org/officeDocument/2006/relationships/image" Target="../media/image31.png"/><Relationship Id="rId9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>
            <a:extLst>
              <a:ext uri="{FF2B5EF4-FFF2-40B4-BE49-F238E27FC236}">
                <a16:creationId xmlns:a16="http://schemas.microsoft.com/office/drawing/2014/main" id="{2C6877A5-DDF4-3691-EC6D-1594E91F8A18}"/>
              </a:ext>
            </a:extLst>
          </p:cNvPr>
          <p:cNvGrpSpPr/>
          <p:nvPr/>
        </p:nvGrpSpPr>
        <p:grpSpPr>
          <a:xfrm>
            <a:off x="0" y="0"/>
            <a:ext cx="15416815" cy="6858000"/>
            <a:chOff x="0" y="0"/>
            <a:chExt cx="15416815" cy="6858000"/>
          </a:xfrm>
        </p:grpSpPr>
        <p:pic>
          <p:nvPicPr>
            <p:cNvPr id="4" name="Imagem 3" descr="Uma imagem contendo Texto">
              <a:extLst>
                <a:ext uri="{FF2B5EF4-FFF2-40B4-BE49-F238E27FC236}">
                  <a16:creationId xmlns:a16="http://schemas.microsoft.com/office/drawing/2014/main" id="{1F62E77B-8F94-83FA-8D86-CFB719350FF5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5" name="Rectangle 12">
              <a:extLst>
                <a:ext uri="{FF2B5EF4-FFF2-40B4-BE49-F238E27FC236}">
                  <a16:creationId xmlns:a16="http://schemas.microsoft.com/office/drawing/2014/main" id="{AFD7D70E-EEC2-E82B-4F39-EAE36B335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6720" y="193040"/>
              <a:ext cx="12450095" cy="1154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bg1"/>
                </a:buClr>
                <a:buSzPct val="25000"/>
                <a:buFont typeface="Times" panose="02020603050405020304" pitchFamily="18" charset="0"/>
                <a:buChar char="•"/>
                <a:defRPr sz="2400" b="1">
                  <a:solidFill>
                    <a:srgbClr val="FF000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0024"/>
                </a:buClr>
                <a:buFont typeface="Wingdings" panose="05000000000000000000" pitchFamily="2" charset="2"/>
                <a:buChar char="n"/>
                <a:defRPr sz="2200">
                  <a:solidFill>
                    <a:srgbClr val="000024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24"/>
                </a:buClr>
                <a:buFont typeface="Arial" panose="020B0604020202020204" pitchFamily="34" charset="0"/>
                <a:buChar char="–"/>
                <a:defRPr sz="2000">
                  <a:solidFill>
                    <a:srgbClr val="000024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24"/>
                </a:buClr>
                <a:buChar char="–"/>
                <a:defRPr sz="2000">
                  <a:solidFill>
                    <a:srgbClr val="000024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24"/>
                </a:buClr>
                <a:buChar char="»"/>
                <a:defRPr sz="2000">
                  <a:solidFill>
                    <a:srgbClr val="000024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24"/>
                </a:buClr>
                <a:buChar char="»"/>
                <a:defRPr sz="2000">
                  <a:solidFill>
                    <a:srgbClr val="000024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24"/>
                </a:buClr>
                <a:buChar char="»"/>
                <a:defRPr sz="2000">
                  <a:solidFill>
                    <a:srgbClr val="000024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24"/>
                </a:buClr>
                <a:buChar char="»"/>
                <a:defRPr sz="2000">
                  <a:solidFill>
                    <a:srgbClr val="000024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24"/>
                </a:buClr>
                <a:buChar char="»"/>
                <a:defRPr sz="2000">
                  <a:solidFill>
                    <a:srgbClr val="000024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ts val="45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pt-BR" sz="1400" dirty="0">
                  <a:solidFill>
                    <a:schemeClr val="tx1"/>
                  </a:solidFill>
                </a:rPr>
                <a:t>Manutenção – Eng e Infra de Rede - Premisses, Faciliteis &amp; Trade </a:t>
              </a:r>
              <a:br>
                <a:rPr lang="pt-BR" sz="1400" dirty="0">
                  <a:solidFill>
                    <a:schemeClr val="tx1"/>
                  </a:solidFill>
                </a:rPr>
              </a:br>
              <a:r>
                <a:rPr lang="es-ES_tradnl" altLang="pt-BR" sz="4000" dirty="0">
                  <a:solidFill>
                    <a:schemeClr val="tx1"/>
                  </a:solidFill>
                </a:rPr>
                <a:t>RELATÓRIO FOTOGRÁFICO</a:t>
              </a:r>
              <a:endParaRPr lang="es-ES" altLang="pt-BR" sz="2800" dirty="0">
                <a:solidFill>
                  <a:schemeClr val="tx1"/>
                </a:solidFill>
              </a:endParaRPr>
            </a:p>
          </p:txBody>
        </p:sp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60ED4A4D-3D9F-AF25-946F-2987730EAD6E}"/>
                </a:ext>
              </a:extLst>
            </p:cNvPr>
            <p:cNvSpPr/>
            <p:nvPr/>
          </p:nvSpPr>
          <p:spPr>
            <a:xfrm>
              <a:off x="8602824" y="2425960"/>
              <a:ext cx="2724538" cy="3228391"/>
            </a:xfrm>
            <a:prstGeom prst="rect">
              <a:avLst/>
            </a:prstGeom>
            <a:solidFill>
              <a:srgbClr val="FFC900"/>
            </a:solidFill>
            <a:ln>
              <a:solidFill>
                <a:srgbClr val="FFC9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ln>
                  <a:solidFill>
                    <a:srgbClr val="FFC900"/>
                  </a:solidFill>
                </a:ln>
                <a:solidFill>
                  <a:srgbClr val="FFC900"/>
                </a:solidFill>
              </a:endParaRP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3A37C687-4430-FA4E-40BD-27E325C7655E}"/>
                </a:ext>
              </a:extLst>
            </p:cNvPr>
            <p:cNvSpPr txBox="1"/>
            <p:nvPr/>
          </p:nvSpPr>
          <p:spPr>
            <a:xfrm>
              <a:off x="3059723" y="2762791"/>
              <a:ext cx="9001647" cy="32316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2800" b="1" dirty="0"/>
                <a:t>CHAMADO</a:t>
              </a:r>
              <a:r>
                <a:rPr lang="pt-BR" sz="2400" dirty="0"/>
                <a:t> : XXX</a:t>
              </a:r>
            </a:p>
            <a:p>
              <a:br>
                <a:rPr lang="pt-BR" sz="2400" dirty="0"/>
              </a:br>
              <a:r>
                <a:rPr lang="pt-BR" sz="2800" b="1" dirty="0"/>
                <a:t>UNIORG: XXX-XXXX LOJA</a:t>
              </a:r>
              <a:r>
                <a:rPr lang="pt-BR" sz="2400" b="1" dirty="0"/>
                <a:t>: </a:t>
              </a:r>
            </a:p>
            <a:p>
              <a:endParaRPr lang="pt-BR" sz="2400" dirty="0"/>
            </a:p>
            <a:p>
              <a:endParaRPr lang="pt-BR" sz="2400" dirty="0"/>
            </a:p>
            <a:p>
              <a:r>
                <a:rPr lang="es-ES" sz="2800" b="1" dirty="0"/>
                <a:t>RELATÓRIO</a:t>
              </a:r>
              <a:r>
                <a:rPr lang="es-ES" sz="2000" b="1" dirty="0"/>
                <a:t>:</a:t>
              </a:r>
              <a:r>
                <a:rPr lang="es-ES" sz="2000" dirty="0"/>
                <a:t> ANTES X DURANTE X DEPOIS</a:t>
              </a:r>
              <a:br>
                <a:rPr lang="es-ES" sz="2000" dirty="0"/>
              </a:br>
              <a:br>
                <a:rPr lang="es-ES" sz="2000" dirty="0"/>
              </a:br>
              <a:r>
                <a:rPr lang="es-ES" sz="2800" b="1" dirty="0"/>
                <a:t>DATA</a:t>
              </a:r>
              <a:r>
                <a:rPr lang="es-ES" sz="2000" dirty="0"/>
                <a:t>: 27/08/026</a:t>
              </a:r>
              <a:endParaRPr lang="pt-BR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979628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áfico 17">
            <a:extLst>
              <a:ext uri="{FF2B5EF4-FFF2-40B4-BE49-F238E27FC236}">
                <a16:creationId xmlns:a16="http://schemas.microsoft.com/office/drawing/2014/main" id="{A9F60C3F-1BAE-BCB7-CDBA-E12D025579F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-2193620" y="3601712"/>
            <a:ext cx="5421087" cy="109149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7DD749C-E14D-2AC7-D803-A1FC09FA09C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323464" y="2784507"/>
            <a:ext cx="63541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/>
              <a:t>              </a:t>
            </a:r>
            <a:endParaRPr lang="pt-BR" sz="1600" dirty="0"/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18B9DC92-6F9B-452B-8A7F-0E56E989A6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6920" y="157515"/>
            <a:ext cx="251340" cy="6858000"/>
          </a:xfrm>
          <a:prstGeom prst="rect">
            <a:avLst/>
          </a:prstGeom>
        </p:spPr>
      </p:pic>
      <p:pic>
        <p:nvPicPr>
          <p:cNvPr id="16" name="Gráfico 15">
            <a:extLst>
              <a:ext uri="{FF2B5EF4-FFF2-40B4-BE49-F238E27FC236}">
                <a16:creationId xmlns:a16="http://schemas.microsoft.com/office/drawing/2014/main" id="{CF01611A-DE8F-5554-DF27-A2E2A80D25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8090426">
            <a:off x="73237" y="1681835"/>
            <a:ext cx="900312" cy="900312"/>
          </a:xfrm>
          <a:prstGeom prst="rect">
            <a:avLst/>
          </a:prstGeom>
        </p:spPr>
      </p:pic>
      <p:sp>
        <p:nvSpPr>
          <p:cNvPr id="26" name="Retângulo 25">
            <a:extLst>
              <a:ext uri="{FF2B5EF4-FFF2-40B4-BE49-F238E27FC236}">
                <a16:creationId xmlns:a16="http://schemas.microsoft.com/office/drawing/2014/main" id="{B689CE5A-1E45-4576-0084-54EEB748FBB7}"/>
              </a:ext>
            </a:extLst>
          </p:cNvPr>
          <p:cNvSpPr/>
          <p:nvPr/>
        </p:nvSpPr>
        <p:spPr>
          <a:xfrm>
            <a:off x="-294640" y="185198"/>
            <a:ext cx="8216607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000" b="0" cap="none" spc="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pt-BR" sz="3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Lucida Sans Unicode" pitchFamily="34" charset="0"/>
                <a:ea typeface="Times New Roman" pitchFamily="18" charset="0"/>
                <a:cs typeface="Arial" charset="0"/>
              </a:rPr>
              <a:t>RELATÓRIO TÉCNICO DE VISTORIA</a:t>
            </a:r>
            <a:endParaRPr lang="pt-BR" sz="3000" b="0" cap="none" spc="0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" name="Text Box 41">
            <a:extLst>
              <a:ext uri="{FF2B5EF4-FFF2-40B4-BE49-F238E27FC236}">
                <a16:creationId xmlns:a16="http://schemas.microsoft.com/office/drawing/2014/main" id="{48C93A88-128E-A47D-4CD9-9402AB7213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1256622" y="4931984"/>
            <a:ext cx="10406240" cy="276999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1"/>
              </a:buClr>
              <a:buSzPct val="25000"/>
              <a:buFont typeface="Times" panose="02020603050405020304" pitchFamily="18" charset="0"/>
              <a:buChar char="•"/>
              <a:defRPr sz="2400" b="1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24"/>
              </a:buClr>
              <a:buFont typeface="Wingdings" panose="05000000000000000000" pitchFamily="2" charset="2"/>
              <a:buChar char="n"/>
              <a:defRPr sz="2200">
                <a:solidFill>
                  <a:srgbClr val="000024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24"/>
              </a:buClr>
              <a:buFont typeface="Arial" panose="020B0604020202020204" pitchFamily="34" charset="0"/>
              <a:buChar char="–"/>
              <a:defRPr sz="2000">
                <a:solidFill>
                  <a:srgbClr val="000024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24"/>
              </a:buClr>
              <a:buChar char="–"/>
              <a:defRPr sz="2000">
                <a:solidFill>
                  <a:srgbClr val="000024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24"/>
              </a:buClr>
              <a:buChar char="»"/>
              <a:defRPr sz="2000">
                <a:solidFill>
                  <a:srgbClr val="000024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24"/>
              </a:buClr>
              <a:buChar char="»"/>
              <a:defRPr sz="2000">
                <a:solidFill>
                  <a:srgbClr val="000024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24"/>
              </a:buClr>
              <a:buChar char="»"/>
              <a:defRPr sz="2000">
                <a:solidFill>
                  <a:srgbClr val="000024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24"/>
              </a:buClr>
              <a:buChar char="»"/>
              <a:defRPr sz="2000">
                <a:solidFill>
                  <a:srgbClr val="000024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24"/>
              </a:buClr>
              <a:buChar char="»"/>
              <a:defRPr sz="2000">
                <a:solidFill>
                  <a:srgbClr val="000024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pt-BR" altLang="pt-BR" sz="1200" b="0" dirty="0">
                <a:solidFill>
                  <a:schemeClr val="tx1"/>
                </a:solidFill>
                <a:latin typeface="Lucida Sans Unicode" panose="020B0602030504020204" pitchFamily="34" charset="0"/>
              </a:rPr>
              <a:t>PALIATIVO E RETIRADA DE RISCO: N/A</a:t>
            </a:r>
          </a:p>
        </p:txBody>
      </p:sp>
      <p:sp>
        <p:nvSpPr>
          <p:cNvPr id="9" name="Text Box 41">
            <a:extLst>
              <a:ext uri="{FF2B5EF4-FFF2-40B4-BE49-F238E27FC236}">
                <a16:creationId xmlns:a16="http://schemas.microsoft.com/office/drawing/2014/main" id="{441A586D-EF12-8C6C-3E3A-65DCC64F32C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1305439" y="5290632"/>
            <a:ext cx="10386570" cy="276999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1"/>
              </a:buClr>
              <a:buSzPct val="25000"/>
              <a:buFont typeface="Times" panose="02020603050405020304" pitchFamily="18" charset="0"/>
              <a:buChar char="•"/>
              <a:defRPr sz="2400" b="1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24"/>
              </a:buClr>
              <a:buFont typeface="Wingdings" panose="05000000000000000000" pitchFamily="2" charset="2"/>
              <a:buChar char="n"/>
              <a:defRPr sz="2200">
                <a:solidFill>
                  <a:srgbClr val="000024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24"/>
              </a:buClr>
              <a:buFont typeface="Arial" panose="020B0604020202020204" pitchFamily="34" charset="0"/>
              <a:buChar char="–"/>
              <a:defRPr sz="2000">
                <a:solidFill>
                  <a:srgbClr val="000024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24"/>
              </a:buClr>
              <a:buChar char="–"/>
              <a:defRPr sz="2000">
                <a:solidFill>
                  <a:srgbClr val="000024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24"/>
              </a:buClr>
              <a:buChar char="»"/>
              <a:defRPr sz="2000">
                <a:solidFill>
                  <a:srgbClr val="000024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24"/>
              </a:buClr>
              <a:buChar char="»"/>
              <a:defRPr sz="2000">
                <a:solidFill>
                  <a:srgbClr val="000024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24"/>
              </a:buClr>
              <a:buChar char="»"/>
              <a:defRPr sz="2000">
                <a:solidFill>
                  <a:srgbClr val="000024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24"/>
              </a:buClr>
              <a:buChar char="»"/>
              <a:defRPr sz="2000">
                <a:solidFill>
                  <a:srgbClr val="000024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24"/>
              </a:buClr>
              <a:buChar char="»"/>
              <a:defRPr sz="2000">
                <a:solidFill>
                  <a:srgbClr val="000024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pt-BR" altLang="pt-BR" sz="1200" b="0" dirty="0">
                <a:solidFill>
                  <a:schemeClr val="tx1"/>
                </a:solidFill>
                <a:latin typeface="Lucida Sans Unicode" panose="020B0602030504020204" pitchFamily="34" charset="0"/>
              </a:rPr>
              <a:t>ESCOPO / PROPOSTA: INSTALAÇÃO DE EXTENSOR HDMI.</a:t>
            </a:r>
          </a:p>
        </p:txBody>
      </p:sp>
      <p:sp>
        <p:nvSpPr>
          <p:cNvPr id="17" name="Text Box 41">
            <a:extLst>
              <a:ext uri="{FF2B5EF4-FFF2-40B4-BE49-F238E27FC236}">
                <a16:creationId xmlns:a16="http://schemas.microsoft.com/office/drawing/2014/main" id="{74946BBE-C4E0-89D3-715D-56AAE219402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1256622" y="5723446"/>
            <a:ext cx="10386570" cy="276999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1"/>
              </a:buClr>
              <a:buSzPct val="25000"/>
              <a:buFont typeface="Times" panose="02020603050405020304" pitchFamily="18" charset="0"/>
              <a:buChar char="•"/>
              <a:defRPr sz="2400" b="1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24"/>
              </a:buClr>
              <a:buFont typeface="Wingdings" panose="05000000000000000000" pitchFamily="2" charset="2"/>
              <a:buChar char="n"/>
              <a:defRPr sz="2200">
                <a:solidFill>
                  <a:srgbClr val="000024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24"/>
              </a:buClr>
              <a:buFont typeface="Arial" panose="020B0604020202020204" pitchFamily="34" charset="0"/>
              <a:buChar char="–"/>
              <a:defRPr sz="2000">
                <a:solidFill>
                  <a:srgbClr val="000024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24"/>
              </a:buClr>
              <a:buChar char="–"/>
              <a:defRPr sz="2000">
                <a:solidFill>
                  <a:srgbClr val="000024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24"/>
              </a:buClr>
              <a:buChar char="»"/>
              <a:defRPr sz="2000">
                <a:solidFill>
                  <a:srgbClr val="000024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24"/>
              </a:buClr>
              <a:buChar char="»"/>
              <a:defRPr sz="2000">
                <a:solidFill>
                  <a:srgbClr val="000024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24"/>
              </a:buClr>
              <a:buChar char="»"/>
              <a:defRPr sz="2000">
                <a:solidFill>
                  <a:srgbClr val="000024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24"/>
              </a:buClr>
              <a:buChar char="»"/>
              <a:defRPr sz="2000">
                <a:solidFill>
                  <a:srgbClr val="000024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24"/>
              </a:buClr>
              <a:buChar char="»"/>
              <a:defRPr sz="2000">
                <a:solidFill>
                  <a:srgbClr val="000024"/>
                </a:solidFill>
                <a:latin typeface="Arial" panose="020B0604020202020204" pitchFamily="34" charset="0"/>
              </a:defRPr>
            </a:lvl9pPr>
          </a:lstStyle>
          <a:p>
            <a:pPr>
              <a:tabLst>
                <a:tab pos="1620838" algn="l"/>
              </a:tabLst>
              <a:defRPr/>
            </a:pPr>
            <a:r>
              <a:rPr lang="pt-BR" sz="1200" b="0">
                <a:solidFill>
                  <a:schemeClr val="tx1"/>
                </a:solidFill>
                <a:latin typeface="Lucida Sans Unicode" pitchFamily="34" charset="0"/>
                <a:ea typeface="Times New Roman" pitchFamily="18" charset="0"/>
                <a:cs typeface="Arial" charset="0"/>
              </a:rPr>
              <a:t>CRONOGRAMA:</a:t>
            </a:r>
            <a:endParaRPr lang="pt-BR" sz="1050" b="0" dirty="0">
              <a:solidFill>
                <a:schemeClr val="tx1"/>
              </a:solidFill>
              <a:latin typeface="Lucida Sans Unicode" pitchFamily="34" charset="0"/>
              <a:ea typeface="Times New Roman" pitchFamily="18" charset="0"/>
              <a:cs typeface="Arial" charset="0"/>
            </a:endParaRPr>
          </a:p>
        </p:txBody>
      </p:sp>
      <p:sp>
        <p:nvSpPr>
          <p:cNvPr id="19" name="Rectangle 38">
            <a:extLst>
              <a:ext uri="{FF2B5EF4-FFF2-40B4-BE49-F238E27FC236}">
                <a16:creationId xmlns:a16="http://schemas.microsoft.com/office/drawing/2014/main" id="{705C9218-C394-ED5E-6B11-D6E72798C9E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1256622" y="1618218"/>
            <a:ext cx="7160259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tabLst>
                <a:tab pos="1620838" algn="l"/>
              </a:tabLst>
              <a:defRPr/>
            </a:pPr>
            <a:r>
              <a:rPr lang="pt-BR" sz="1200" b="1" dirty="0">
                <a:latin typeface="Lucida Sans Unicode" pitchFamily="34" charset="0"/>
              </a:rPr>
              <a:t>OS: XXXX             UNIORG: 001-XXXX        NOME DO PONTO:</a:t>
            </a:r>
            <a:endParaRPr lang="pt-BR" sz="1200" b="1" dirty="0">
              <a:latin typeface="Lucida Sans Unicode" pitchFamily="34" charset="0"/>
              <a:ea typeface="Times New Roman" pitchFamily="18" charset="0"/>
              <a:cs typeface="Arial" charset="0"/>
            </a:endParaRPr>
          </a:p>
        </p:txBody>
      </p:sp>
      <p:sp>
        <p:nvSpPr>
          <p:cNvPr id="20" name="Text Box 41">
            <a:extLst>
              <a:ext uri="{FF2B5EF4-FFF2-40B4-BE49-F238E27FC236}">
                <a16:creationId xmlns:a16="http://schemas.microsoft.com/office/drawing/2014/main" id="{8E81AC6B-A432-CCA4-F61A-178AFFEAE66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1295915" y="3626442"/>
            <a:ext cx="10396407" cy="276999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1"/>
              </a:buClr>
              <a:buSzPct val="25000"/>
              <a:buFont typeface="Times" panose="02020603050405020304" pitchFamily="18" charset="0"/>
              <a:buChar char="•"/>
              <a:defRPr sz="2400" b="1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24"/>
              </a:buClr>
              <a:buFont typeface="Wingdings" panose="05000000000000000000" pitchFamily="2" charset="2"/>
              <a:buChar char="n"/>
              <a:defRPr sz="2200">
                <a:solidFill>
                  <a:srgbClr val="000024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24"/>
              </a:buClr>
              <a:buFont typeface="Arial" panose="020B0604020202020204" pitchFamily="34" charset="0"/>
              <a:buChar char="–"/>
              <a:defRPr sz="2000">
                <a:solidFill>
                  <a:srgbClr val="000024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24"/>
              </a:buClr>
              <a:buChar char="–"/>
              <a:defRPr sz="2000">
                <a:solidFill>
                  <a:srgbClr val="000024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24"/>
              </a:buClr>
              <a:buChar char="»"/>
              <a:defRPr sz="2000">
                <a:solidFill>
                  <a:srgbClr val="000024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24"/>
              </a:buClr>
              <a:buChar char="»"/>
              <a:defRPr sz="2000">
                <a:solidFill>
                  <a:srgbClr val="000024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24"/>
              </a:buClr>
              <a:buChar char="»"/>
              <a:defRPr sz="2000">
                <a:solidFill>
                  <a:srgbClr val="000024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24"/>
              </a:buClr>
              <a:buChar char="»"/>
              <a:defRPr sz="2000">
                <a:solidFill>
                  <a:srgbClr val="000024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24"/>
              </a:buClr>
              <a:buChar char="»"/>
              <a:defRPr sz="2000">
                <a:solidFill>
                  <a:srgbClr val="000024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None/>
            </a:pPr>
            <a:r>
              <a:rPr lang="pt-BR" altLang="pt-BR" sz="1200" b="0" dirty="0">
                <a:solidFill>
                  <a:schemeClr val="tx1"/>
                </a:solidFill>
                <a:latin typeface="Lucida Sans Unicode" panose="020B0602030504020204" pitchFamily="34" charset="0"/>
              </a:rPr>
              <a:t>DESCRIÇÃO DO PROBLEMA:</a:t>
            </a:r>
          </a:p>
        </p:txBody>
      </p:sp>
      <p:sp>
        <p:nvSpPr>
          <p:cNvPr id="21" name="Text Box 41">
            <a:extLst>
              <a:ext uri="{FF2B5EF4-FFF2-40B4-BE49-F238E27FC236}">
                <a16:creationId xmlns:a16="http://schemas.microsoft.com/office/drawing/2014/main" id="{4A11F9E7-13C3-19EA-B2B6-B0994ECD264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1294328" y="4062806"/>
            <a:ext cx="10396406" cy="276999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1"/>
              </a:buClr>
              <a:buSzPct val="25000"/>
              <a:buFont typeface="Times" panose="02020603050405020304" pitchFamily="18" charset="0"/>
              <a:buChar char="•"/>
              <a:defRPr sz="2400" b="1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24"/>
              </a:buClr>
              <a:buFont typeface="Wingdings" panose="05000000000000000000" pitchFamily="2" charset="2"/>
              <a:buChar char="n"/>
              <a:defRPr sz="2200">
                <a:solidFill>
                  <a:srgbClr val="000024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24"/>
              </a:buClr>
              <a:buFont typeface="Arial" panose="020B0604020202020204" pitchFamily="34" charset="0"/>
              <a:buChar char="–"/>
              <a:defRPr sz="2000">
                <a:solidFill>
                  <a:srgbClr val="000024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24"/>
              </a:buClr>
              <a:buChar char="–"/>
              <a:defRPr sz="2000">
                <a:solidFill>
                  <a:srgbClr val="000024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24"/>
              </a:buClr>
              <a:buChar char="»"/>
              <a:defRPr sz="2000">
                <a:solidFill>
                  <a:srgbClr val="000024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24"/>
              </a:buClr>
              <a:buChar char="»"/>
              <a:defRPr sz="2000">
                <a:solidFill>
                  <a:srgbClr val="000024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24"/>
              </a:buClr>
              <a:buChar char="»"/>
              <a:defRPr sz="2000">
                <a:solidFill>
                  <a:srgbClr val="000024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24"/>
              </a:buClr>
              <a:buChar char="»"/>
              <a:defRPr sz="2000">
                <a:solidFill>
                  <a:srgbClr val="000024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24"/>
              </a:buClr>
              <a:buChar char="»"/>
              <a:defRPr sz="2000">
                <a:solidFill>
                  <a:srgbClr val="000024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pt-BR" altLang="pt-BR" sz="1200" b="0" dirty="0">
                <a:solidFill>
                  <a:schemeClr val="tx1"/>
                </a:solidFill>
                <a:latin typeface="Lucida Sans Unicode" panose="020B0602030504020204" pitchFamily="34" charset="0"/>
              </a:rPr>
              <a:t>CAUSA / ORIGEM: N/A</a:t>
            </a:r>
          </a:p>
        </p:txBody>
      </p:sp>
      <p:sp>
        <p:nvSpPr>
          <p:cNvPr id="22" name="Text Box 41">
            <a:extLst>
              <a:ext uri="{FF2B5EF4-FFF2-40B4-BE49-F238E27FC236}">
                <a16:creationId xmlns:a16="http://schemas.microsoft.com/office/drawing/2014/main" id="{48AA514B-B144-E521-6483-D040AD5C544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1305439" y="4499170"/>
            <a:ext cx="10396405" cy="276999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1"/>
              </a:buClr>
              <a:buSzPct val="25000"/>
              <a:buFont typeface="Times" panose="02020603050405020304" pitchFamily="18" charset="0"/>
              <a:buChar char="•"/>
              <a:defRPr sz="2400" b="1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24"/>
              </a:buClr>
              <a:buFont typeface="Wingdings" panose="05000000000000000000" pitchFamily="2" charset="2"/>
              <a:buChar char="n"/>
              <a:defRPr sz="2200">
                <a:solidFill>
                  <a:srgbClr val="000024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24"/>
              </a:buClr>
              <a:buFont typeface="Arial" panose="020B0604020202020204" pitchFamily="34" charset="0"/>
              <a:buChar char="–"/>
              <a:defRPr sz="2000">
                <a:solidFill>
                  <a:srgbClr val="000024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24"/>
              </a:buClr>
              <a:buChar char="–"/>
              <a:defRPr sz="2000">
                <a:solidFill>
                  <a:srgbClr val="000024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24"/>
              </a:buClr>
              <a:buChar char="»"/>
              <a:defRPr sz="2000">
                <a:solidFill>
                  <a:srgbClr val="000024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24"/>
              </a:buClr>
              <a:buChar char="»"/>
              <a:defRPr sz="2000">
                <a:solidFill>
                  <a:srgbClr val="000024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24"/>
              </a:buClr>
              <a:buChar char="»"/>
              <a:defRPr sz="2000">
                <a:solidFill>
                  <a:srgbClr val="000024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24"/>
              </a:buClr>
              <a:buChar char="»"/>
              <a:defRPr sz="2000">
                <a:solidFill>
                  <a:srgbClr val="000024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24"/>
              </a:buClr>
              <a:buChar char="»"/>
              <a:defRPr sz="2000">
                <a:solidFill>
                  <a:srgbClr val="000024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pt-BR" altLang="pt-BR" sz="1200" b="0" dirty="0">
                <a:solidFill>
                  <a:schemeClr val="tx1"/>
                </a:solidFill>
                <a:latin typeface="Lucida Sans Unicode" panose="020B0602030504020204" pitchFamily="34" charset="0"/>
              </a:rPr>
              <a:t>DANOS: N/A</a:t>
            </a:r>
          </a:p>
        </p:txBody>
      </p:sp>
      <p:sp>
        <p:nvSpPr>
          <p:cNvPr id="23" name="Rectangle 38">
            <a:extLst>
              <a:ext uri="{FF2B5EF4-FFF2-40B4-BE49-F238E27FC236}">
                <a16:creationId xmlns:a16="http://schemas.microsoft.com/office/drawing/2014/main" id="{CB752BBD-0E01-0A7B-05EF-44FCF6CC99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1256622" y="1026039"/>
            <a:ext cx="407504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eaLnBrk="1" hangingPunct="1">
              <a:tabLst>
                <a:tab pos="1620838" algn="l"/>
              </a:tabLst>
              <a:defRPr/>
            </a:pPr>
            <a:r>
              <a:rPr lang="pt-BR" sz="1200" b="1" dirty="0">
                <a:latin typeface="Lucida Sans Unicode" pitchFamily="34" charset="0"/>
                <a:ea typeface="Times New Roman" pitchFamily="18" charset="0"/>
                <a:cs typeface="Arial" charset="0"/>
              </a:rPr>
              <a:t>NOME MANTENEDOR: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DB7EAB47-2F20-7938-131A-C412B76E12C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70901" y="2076108"/>
            <a:ext cx="603604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u="sng" dirty="0"/>
              <a:t>Pontos de atenção:</a:t>
            </a:r>
          </a:p>
          <a:p>
            <a:pPr marL="285750" indent="-285750">
              <a:buFontTx/>
              <a:buChar char="-"/>
            </a:pPr>
            <a:r>
              <a:rPr lang="pt-BR" sz="1200" dirty="0"/>
              <a:t>Não distorcer as fotos;</a:t>
            </a:r>
          </a:p>
          <a:p>
            <a:pPr marL="285750" indent="-285750">
              <a:buFontTx/>
              <a:buChar char="-"/>
            </a:pPr>
            <a:r>
              <a:rPr lang="pt-BR" sz="1200" dirty="0"/>
              <a:t>Preencher </a:t>
            </a:r>
            <a:r>
              <a:rPr lang="pt-BR" sz="1200" u="sng" dirty="0"/>
              <a:t>todas</a:t>
            </a:r>
            <a:r>
              <a:rPr lang="pt-BR" sz="1200" dirty="0"/>
              <a:t> as informações e não apagar nada!</a:t>
            </a:r>
          </a:p>
          <a:p>
            <a:pPr marL="285750" indent="-285750">
              <a:buFontTx/>
              <a:buChar char="-"/>
            </a:pPr>
            <a:r>
              <a:rPr lang="pt-BR" sz="1200" dirty="0"/>
              <a:t>A foto da fachada é obrigatória e deve mostrar todas as faces;</a:t>
            </a:r>
          </a:p>
          <a:p>
            <a:pPr marL="285750" indent="-285750">
              <a:buFontTx/>
              <a:buChar char="-"/>
            </a:pPr>
            <a:r>
              <a:rPr lang="pt-BR" sz="1200" dirty="0"/>
              <a:t>Salvar o arquivo com nomenclatura padrão:</a:t>
            </a:r>
          </a:p>
          <a:p>
            <a:r>
              <a:rPr lang="pt-BR" sz="1200" dirty="0"/>
              <a:t>                NOME EMPRESA-UNIORG-NOME DA LOJA-OS</a:t>
            </a:r>
          </a:p>
          <a:p>
            <a:r>
              <a:rPr lang="pt-BR" sz="1200" dirty="0"/>
              <a:t>Exemplo: </a:t>
            </a:r>
            <a:r>
              <a:rPr lang="pt-BR" sz="1200" dirty="0" err="1"/>
              <a:t>xxxxxxxx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1293726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A65C3-2E71-252E-1CDE-FA7CD8427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áfico 17">
            <a:extLst>
              <a:ext uri="{FF2B5EF4-FFF2-40B4-BE49-F238E27FC236}">
                <a16:creationId xmlns:a16="http://schemas.microsoft.com/office/drawing/2014/main" id="{8D6BE157-6671-DC85-DFD7-F576193D9E9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-2193620" y="3601712"/>
            <a:ext cx="5421087" cy="1091492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3A6713DA-B9BC-F51E-EBCF-71A82622FC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6920" y="157515"/>
            <a:ext cx="251340" cy="6858000"/>
          </a:xfrm>
          <a:prstGeom prst="rect">
            <a:avLst/>
          </a:prstGeom>
        </p:spPr>
      </p:pic>
      <p:pic>
        <p:nvPicPr>
          <p:cNvPr id="16" name="Gráfico 15">
            <a:extLst>
              <a:ext uri="{FF2B5EF4-FFF2-40B4-BE49-F238E27FC236}">
                <a16:creationId xmlns:a16="http://schemas.microsoft.com/office/drawing/2014/main" id="{16608DC2-6F8B-20F8-C560-9D4C3B6C83A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8090426">
            <a:off x="73237" y="1681835"/>
            <a:ext cx="900312" cy="900312"/>
          </a:xfrm>
          <a:prstGeom prst="rect">
            <a:avLst/>
          </a:prstGeom>
        </p:spPr>
      </p:pic>
      <p:sp>
        <p:nvSpPr>
          <p:cNvPr id="26" name="Retângulo 25">
            <a:extLst>
              <a:ext uri="{FF2B5EF4-FFF2-40B4-BE49-F238E27FC236}">
                <a16:creationId xmlns:a16="http://schemas.microsoft.com/office/drawing/2014/main" id="{9B86649D-4CDC-2944-EB33-45AB142E2A0C}"/>
              </a:ext>
            </a:extLst>
          </p:cNvPr>
          <p:cNvSpPr/>
          <p:nvPr/>
        </p:nvSpPr>
        <p:spPr>
          <a:xfrm>
            <a:off x="-567644" y="174603"/>
            <a:ext cx="8216607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000" b="0" cap="none" spc="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pt-BR" sz="3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Lucida Sans Unicode" pitchFamily="34" charset="0"/>
                <a:ea typeface="Times New Roman" pitchFamily="18" charset="0"/>
                <a:cs typeface="Arial" charset="0"/>
              </a:rPr>
              <a:t>RELATÓRIO TÉCNICO DE EXECUÇÃO</a:t>
            </a:r>
            <a:endParaRPr lang="pt-BR" sz="3000" b="0" cap="none" spc="0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7D90BC7-2590-E0AF-6D18-1E1BD85187F8}"/>
              </a:ext>
            </a:extLst>
          </p:cNvPr>
          <p:cNvSpPr txBox="1"/>
          <p:nvPr/>
        </p:nvSpPr>
        <p:spPr>
          <a:xfrm>
            <a:off x="9675298" y="1490852"/>
            <a:ext cx="1056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DEPOIS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E526FD2-7C88-92E9-542F-7C99F5331CA0}"/>
              </a:ext>
            </a:extLst>
          </p:cNvPr>
          <p:cNvSpPr txBox="1"/>
          <p:nvPr/>
        </p:nvSpPr>
        <p:spPr>
          <a:xfrm>
            <a:off x="5960742" y="1497590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DURANTE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1581E495-E9BA-AEC3-AAF8-FC44FEFED566}"/>
              </a:ext>
            </a:extLst>
          </p:cNvPr>
          <p:cNvSpPr txBox="1"/>
          <p:nvPr/>
        </p:nvSpPr>
        <p:spPr>
          <a:xfrm>
            <a:off x="1292400" y="5120927"/>
            <a:ext cx="8752560" cy="579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100" b="1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AMBIENTE: </a:t>
            </a:r>
            <a:r>
              <a:rPr lang="pt-BR" sz="11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ÁREA DE PÚBLICO</a:t>
            </a:r>
          </a:p>
          <a:p>
            <a:pPr>
              <a:lnSpc>
                <a:spcPct val="150000"/>
              </a:lnSpc>
            </a:pPr>
            <a:r>
              <a:rPr lang="pt-BR" sz="1100" b="1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COMENTÁRIOS: </a:t>
            </a:r>
            <a:r>
              <a:rPr lang="pt-BR" sz="11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NETTOP ATRÁS DA TV E INSTALAÇÃO DE EXTENSOR HDMI.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1FC1BE1-6103-9D37-41CC-01C1D5AA2D09}"/>
              </a:ext>
            </a:extLst>
          </p:cNvPr>
          <p:cNvSpPr txBox="1"/>
          <p:nvPr/>
        </p:nvSpPr>
        <p:spPr>
          <a:xfrm>
            <a:off x="2545664" y="1495376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ANTES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A66B148-8336-73B4-0339-03C587117D0D}"/>
              </a:ext>
            </a:extLst>
          </p:cNvPr>
          <p:cNvSpPr/>
          <p:nvPr/>
        </p:nvSpPr>
        <p:spPr>
          <a:xfrm>
            <a:off x="4880451" y="2011394"/>
            <a:ext cx="3460938" cy="2618168"/>
          </a:xfrm>
          <a:prstGeom prst="rect">
            <a:avLst/>
          </a:prstGeom>
          <a:blipFill rotWithShape="1">
            <a:blip r:embed="rId8"/>
            <a:srcRect l="12348" r="12348"/>
            <a:stretch>
              <a:fillRect/>
            </a:stretch>
          </a:blip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pt-BR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DE063B2-9644-FEDD-15CB-7E415837F644}"/>
              </a:ext>
            </a:extLst>
          </p:cNvPr>
          <p:cNvSpPr/>
          <p:nvPr/>
        </p:nvSpPr>
        <p:spPr>
          <a:xfrm>
            <a:off x="1292248" y="2011994"/>
            <a:ext cx="3460938" cy="2618168"/>
          </a:xfrm>
          <a:prstGeom prst="rect">
            <a:avLst/>
          </a:prstGeom>
          <a:blipFill rotWithShape="1">
            <a:blip r:embed="rId9"/>
            <a:srcRect l="12348" r="12348"/>
            <a:stretch>
              <a:fillRect/>
            </a:stretch>
          </a:blip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pt-BR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160336A-60A8-ABBE-C84F-5CBB13D08143}"/>
              </a:ext>
            </a:extLst>
          </p:cNvPr>
          <p:cNvSpPr/>
          <p:nvPr/>
        </p:nvSpPr>
        <p:spPr>
          <a:xfrm>
            <a:off x="8468654" y="2011393"/>
            <a:ext cx="3460938" cy="2618168"/>
          </a:xfrm>
          <a:prstGeom prst="rect">
            <a:avLst/>
          </a:prstGeom>
          <a:blipFill rotWithShape="1">
            <a:blip r:embed="rId8"/>
            <a:srcRect l="12348" r="12348"/>
            <a:stretch>
              <a:fillRect/>
            </a:stretch>
          </a:blip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pt-BR" dirty="0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71204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F5933306-9630-0879-4166-A7EF87A636D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885C9FE6-7166-30D5-4CC2-6155A0E1152C}"/>
              </a:ext>
            </a:extLst>
          </p:cNvPr>
          <p:cNvSpPr txBox="1">
            <a:spLocks/>
          </p:cNvSpPr>
          <p:nvPr/>
        </p:nvSpPr>
        <p:spPr>
          <a:xfrm>
            <a:off x="593107" y="1816156"/>
            <a:ext cx="4165669" cy="15161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800" dirty="0">
                <a:latin typeface="Brandon Grotesque Black" panose="020B0A03020203060202" pitchFamily="34" charset="0"/>
              </a:rPr>
              <a:t>OBRIGADO </a:t>
            </a:r>
            <a:r>
              <a:rPr lang="pt-BR" sz="4800" dirty="0">
                <a:latin typeface="Brandon Grotesque Black" panose="020B0A03020203060202" pitchFamily="34" charset="0"/>
                <a:sym typeface="Wingdings" panose="05000000000000000000" pitchFamily="2" charset="2"/>
              </a:rPr>
              <a:t></a:t>
            </a:r>
            <a:endParaRPr lang="pt-BR" sz="4800" dirty="0">
              <a:latin typeface="Brandon Grotesque Black" panose="020B0A03020203060202" pitchFamily="34" charset="0"/>
            </a:endParaRPr>
          </a:p>
        </p:txBody>
      </p:sp>
      <p:pic>
        <p:nvPicPr>
          <p:cNvPr id="16" name="Gráfico 15">
            <a:extLst>
              <a:ext uri="{FF2B5EF4-FFF2-40B4-BE49-F238E27FC236}">
                <a16:creationId xmlns:a16="http://schemas.microsoft.com/office/drawing/2014/main" id="{6996B8B0-346A-1B71-71B1-8AFC02D727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2734" y="507183"/>
            <a:ext cx="542925" cy="550466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016BBC36-DAE6-6E12-8311-AFFDDAD9B96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1525"/>
          <a:stretch/>
        </p:blipFill>
        <p:spPr>
          <a:xfrm rot="16200000">
            <a:off x="7536179" y="2166569"/>
            <a:ext cx="6858000" cy="2524863"/>
          </a:xfrm>
          <a:prstGeom prst="rect">
            <a:avLst/>
          </a:prstGeom>
        </p:spPr>
      </p:pic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C25932BA-9195-6E78-360D-DFFC55B5D6AA}"/>
              </a:ext>
            </a:extLst>
          </p:cNvPr>
          <p:cNvCxnSpPr>
            <a:cxnSpLocks/>
          </p:cNvCxnSpPr>
          <p:nvPr/>
        </p:nvCxnSpPr>
        <p:spPr>
          <a:xfrm>
            <a:off x="532734" y="6097619"/>
            <a:ext cx="1086869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Gráfico 19">
            <a:extLst>
              <a:ext uri="{FF2B5EF4-FFF2-40B4-BE49-F238E27FC236}">
                <a16:creationId xmlns:a16="http://schemas.microsoft.com/office/drawing/2014/main" id="{506C792F-9046-441F-B25F-A00B29D663E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r="28899" b="28775"/>
          <a:stretch/>
        </p:blipFill>
        <p:spPr>
          <a:xfrm rot="5400000">
            <a:off x="4079" y="2177780"/>
            <a:ext cx="4676141" cy="4684298"/>
          </a:xfrm>
          <a:prstGeom prst="rect">
            <a:avLst/>
          </a:prstGeom>
        </p:spPr>
      </p:pic>
      <p:pic>
        <p:nvPicPr>
          <p:cNvPr id="22" name="Gráfico 21">
            <a:extLst>
              <a:ext uri="{FF2B5EF4-FFF2-40B4-BE49-F238E27FC236}">
                <a16:creationId xmlns:a16="http://schemas.microsoft.com/office/drawing/2014/main" id="{F478B95B-768A-7872-4EAC-AE8F4732B0E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77133" y="5225248"/>
            <a:ext cx="4424081" cy="706916"/>
          </a:xfrm>
          <a:prstGeom prst="rect">
            <a:avLst/>
          </a:prstGeom>
        </p:spPr>
      </p:pic>
      <p:pic>
        <p:nvPicPr>
          <p:cNvPr id="26" name="Gráfico 25">
            <a:extLst>
              <a:ext uri="{FF2B5EF4-FFF2-40B4-BE49-F238E27FC236}">
                <a16:creationId xmlns:a16="http://schemas.microsoft.com/office/drawing/2014/main" id="{E45758B3-C1A3-4566-6B1D-38A5343766D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flipV="1">
            <a:off x="10705723" y="5578707"/>
            <a:ext cx="518912" cy="51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2824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3995</TotalTime>
  <Words>165</Words>
  <Application>Microsoft Office PowerPoint</Application>
  <PresentationFormat>Widescreen</PresentationFormat>
  <Paragraphs>30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0" baseType="lpstr">
      <vt:lpstr>Arial</vt:lpstr>
      <vt:lpstr>Brandon Grotesque Black</vt:lpstr>
      <vt:lpstr>Calibri</vt:lpstr>
      <vt:lpstr>Lucida Sans Unicode</vt:lpstr>
      <vt:lpstr>Santander Logo</vt:lpstr>
      <vt:lpstr>Tema de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Power Point SANTANDER</dc:title>
  <dc:creator>Presentalia (info@presentalia.com)</dc:creator>
  <cp:lastModifiedBy>David Rocha</cp:lastModifiedBy>
  <cp:revision>184</cp:revision>
  <cp:lastPrinted>2018-10-26T17:38:41Z</cp:lastPrinted>
  <dcterms:created xsi:type="dcterms:W3CDTF">2018-03-19T11:10:43Z</dcterms:created>
  <dcterms:modified xsi:type="dcterms:W3CDTF">2026-09-04T15:43:11Z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1b88ec2-a72b-4523-9e84-0458a1764731_Enabled">
    <vt:lpwstr>true</vt:lpwstr>
  </property>
  <property fmtid="{D5CDD505-2E9C-101B-9397-08002B2CF9AE}" pid="3" name="MSIP_Label_41b88ec2-a72b-4523-9e84-0458a1764731_SetDate">
    <vt:lpwstr>2023-12-05T13:49:10Z</vt:lpwstr>
  </property>
  <property fmtid="{D5CDD505-2E9C-101B-9397-08002B2CF9AE}" pid="4" name="MSIP_Label_41b88ec2-a72b-4523-9e84-0458a1764731_Method">
    <vt:lpwstr>Privileged</vt:lpwstr>
  </property>
  <property fmtid="{D5CDD505-2E9C-101B-9397-08002B2CF9AE}" pid="5" name="MSIP_Label_41b88ec2-a72b-4523-9e84-0458a1764731_Name">
    <vt:lpwstr>Public O365</vt:lpwstr>
  </property>
  <property fmtid="{D5CDD505-2E9C-101B-9397-08002B2CF9AE}" pid="6" name="MSIP_Label_41b88ec2-a72b-4523-9e84-0458a1764731_SiteId">
    <vt:lpwstr>35595a02-4d6d-44ac-99e1-f9ab4cd872db</vt:lpwstr>
  </property>
  <property fmtid="{D5CDD505-2E9C-101B-9397-08002B2CF9AE}" pid="7" name="MSIP_Label_41b88ec2-a72b-4523-9e84-0458a1764731_ActionId">
    <vt:lpwstr>364db794-8d43-4aa5-adf8-f6469b2ba47b</vt:lpwstr>
  </property>
  <property fmtid="{D5CDD505-2E9C-101B-9397-08002B2CF9AE}" pid="8" name="MSIP_Label_41b88ec2-a72b-4523-9e84-0458a1764731_ContentBits">
    <vt:lpwstr>0</vt:lpwstr>
  </property>
</Properties>
</file>